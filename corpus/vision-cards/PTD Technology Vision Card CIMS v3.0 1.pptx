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7"/>
  </p:notesMasterIdLst>
  <p:handoutMasterIdLst>
    <p:handoutMasterId r:id="rId8"/>
  </p:handoutMasterIdLst>
  <p:sldIdLst>
    <p:sldId id="2146849620" r:id="rId5"/>
    <p:sldId id="2146849626" r:id="rId6"/>
  </p:sldIdLst>
  <p:sldSz cx="11706225" cy="6584950"/>
  <p:notesSz cx="6858000" cy="9144000"/>
  <p:defaultTextStyle>
    <a:defPPr>
      <a:defRPr lang="en-US"/>
    </a:defPPr>
    <a:lvl1pPr marL="0" algn="l" defTabSz="877824" rtl="0" eaLnBrk="1" latinLnBrk="0" hangingPunct="1">
      <a:defRPr sz="1728" kern="1200">
        <a:solidFill>
          <a:schemeClr val="tx1"/>
        </a:solidFill>
        <a:latin typeface="+mn-lt"/>
        <a:ea typeface="+mn-ea"/>
        <a:cs typeface="+mn-cs"/>
      </a:defRPr>
    </a:lvl1pPr>
    <a:lvl2pPr marL="438912" algn="l" defTabSz="877824" rtl="0" eaLnBrk="1" latinLnBrk="0" hangingPunct="1">
      <a:defRPr sz="1728" kern="1200">
        <a:solidFill>
          <a:schemeClr val="tx1"/>
        </a:solidFill>
        <a:latin typeface="+mn-lt"/>
        <a:ea typeface="+mn-ea"/>
        <a:cs typeface="+mn-cs"/>
      </a:defRPr>
    </a:lvl2pPr>
    <a:lvl3pPr marL="877824" algn="l" defTabSz="877824" rtl="0" eaLnBrk="1" latinLnBrk="0" hangingPunct="1">
      <a:defRPr sz="1728" kern="1200">
        <a:solidFill>
          <a:schemeClr val="tx1"/>
        </a:solidFill>
        <a:latin typeface="+mn-lt"/>
        <a:ea typeface="+mn-ea"/>
        <a:cs typeface="+mn-cs"/>
      </a:defRPr>
    </a:lvl3pPr>
    <a:lvl4pPr marL="1316736" algn="l" defTabSz="877824" rtl="0" eaLnBrk="1" latinLnBrk="0" hangingPunct="1">
      <a:defRPr sz="1728" kern="1200">
        <a:solidFill>
          <a:schemeClr val="tx1"/>
        </a:solidFill>
        <a:latin typeface="+mn-lt"/>
        <a:ea typeface="+mn-ea"/>
        <a:cs typeface="+mn-cs"/>
      </a:defRPr>
    </a:lvl4pPr>
    <a:lvl5pPr marL="1755648" algn="l" defTabSz="877824" rtl="0" eaLnBrk="1" latinLnBrk="0" hangingPunct="1">
      <a:defRPr sz="1728" kern="1200">
        <a:solidFill>
          <a:schemeClr val="tx1"/>
        </a:solidFill>
        <a:latin typeface="+mn-lt"/>
        <a:ea typeface="+mn-ea"/>
        <a:cs typeface="+mn-cs"/>
      </a:defRPr>
    </a:lvl5pPr>
    <a:lvl6pPr marL="2194560" algn="l" defTabSz="877824" rtl="0" eaLnBrk="1" latinLnBrk="0" hangingPunct="1">
      <a:defRPr sz="1728" kern="1200">
        <a:solidFill>
          <a:schemeClr val="tx1"/>
        </a:solidFill>
        <a:latin typeface="+mn-lt"/>
        <a:ea typeface="+mn-ea"/>
        <a:cs typeface="+mn-cs"/>
      </a:defRPr>
    </a:lvl6pPr>
    <a:lvl7pPr marL="2633472" algn="l" defTabSz="877824" rtl="0" eaLnBrk="1" latinLnBrk="0" hangingPunct="1">
      <a:defRPr sz="1728" kern="1200">
        <a:solidFill>
          <a:schemeClr val="tx1"/>
        </a:solidFill>
        <a:latin typeface="+mn-lt"/>
        <a:ea typeface="+mn-ea"/>
        <a:cs typeface="+mn-cs"/>
      </a:defRPr>
    </a:lvl7pPr>
    <a:lvl8pPr marL="3072384" algn="l" defTabSz="877824" rtl="0" eaLnBrk="1" latinLnBrk="0" hangingPunct="1">
      <a:defRPr sz="1728" kern="1200">
        <a:solidFill>
          <a:schemeClr val="tx1"/>
        </a:solidFill>
        <a:latin typeface="+mn-lt"/>
        <a:ea typeface="+mn-ea"/>
        <a:cs typeface="+mn-cs"/>
      </a:defRPr>
    </a:lvl8pPr>
    <a:lvl9pPr marL="3511296" algn="l" defTabSz="877824" rtl="0" eaLnBrk="1" latinLnBrk="0" hangingPunct="1">
      <a:defRPr sz="1728" kern="1200">
        <a:solidFill>
          <a:schemeClr val="tx1"/>
        </a:solidFill>
        <a:latin typeface="+mn-lt"/>
        <a:ea typeface="+mn-ea"/>
        <a:cs typeface="+mn-cs"/>
      </a:defRPr>
    </a:lvl9pPr>
  </p:defaultTextStyle>
  <p:extLst>
    <p:ext uri="{521415D9-36F7-43E2-AB2F-B90AF26B5E84}">
      <p14:sectionLst xmlns:p14="http://schemas.microsoft.com/office/powerpoint/2010/main">
        <p14:section name="Fill This Section" id="{830ED67E-ADB2-4CE8-9E5C-A139A40A8EA1}">
          <p14:sldIdLst>
            <p14:sldId id="2146849620"/>
            <p14:sldId id="2146849626"/>
          </p14:sldIdLst>
        </p14:section>
        <p14:section name="Sample Vision card" id="{E57CB1A2-D6DB-4522-B751-B6CFE106E3A3}">
          <p14:sldIdLst/>
        </p14:section>
      </p14:sectionLst>
    </p:ext>
    <p:ext uri="{EFAFB233-063F-42B5-8137-9DF3F51BA10A}">
      <p15:sldGuideLst xmlns:p15="http://schemas.microsoft.com/office/powerpoint/2012/main">
        <p15:guide id="1" orient="horz" pos="3979" userDrawn="1">
          <p15:clr>
            <a:srgbClr val="A4A3A4"/>
          </p15:clr>
        </p15:guide>
        <p15:guide id="2" pos="36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945"/>
    <a:srgbClr val="041883"/>
    <a:srgbClr val="870000"/>
    <a:srgbClr val="F29494"/>
    <a:srgbClr val="B0271D"/>
    <a:srgbClr val="C10101"/>
    <a:srgbClr val="3A4DBA"/>
    <a:srgbClr val="041894"/>
    <a:srgbClr val="021580"/>
    <a:srgbClr val="9B22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E0A219-31C3-4F41-858E-3BAE3D8A3484}" v="24" dt="2026-06-02T13:29:05.8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82" y="62"/>
      </p:cViewPr>
      <p:guideLst>
        <p:guide orient="horz" pos="3979"/>
        <p:guide pos="368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08922F-D3F9-C04C-94E0-9524871E3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54818099-BE02-2842-BC19-34EB288E2B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17D4A3-C034-7F44-92D3-95ED9A7AF889}" type="datetimeFigureOut">
              <a:rPr lang="en-US" smtClean="0">
                <a:latin typeface="Arial" panose="020B0604020202020204" pitchFamily="34" charset="0"/>
              </a:rPr>
              <a:t>6/2/2026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590E87DB-FEE6-3F4B-9718-C449ACCACA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377CD9CB-E0AF-9E4D-904C-160E6D547ED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3BF7B2-40B1-E945-8887-3A339A335966}"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36747781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498255F9-FCC3-3A45-824E-9A73559FCF9E}" type="datetimeFigureOut">
              <a:rPr lang="en-US" smtClean="0"/>
              <a:pPr/>
              <a:t>6/2/2026</a:t>
            </a:fld>
            <a:endParaRPr lang="en-US"/>
          </a:p>
        </p:txBody>
      </p:sp>
      <p:sp>
        <p:nvSpPr>
          <p:cNvPr id="4" name="Slide Image Placeholder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BBBF66F3-DCA0-FE43-BE02-9987B36BE488}" type="slidenum">
              <a:rPr lang="en-US" smtClean="0"/>
              <a:pPr/>
              <a:t>‹#›</a:t>
            </a:fld>
            <a:endParaRPr lang="en-US"/>
          </a:p>
        </p:txBody>
      </p:sp>
    </p:spTree>
    <p:extLst>
      <p:ext uri="{BB962C8B-B14F-4D97-AF65-F5344CB8AC3E}">
        <p14:creationId xmlns:p14="http://schemas.microsoft.com/office/powerpoint/2010/main" val="1647403186"/>
      </p:ext>
    </p:extLst>
  </p:cSld>
  <p:clrMap bg1="lt1" tx1="dk1" bg2="lt2" tx2="dk2" accent1="accent1" accent2="accent2" accent3="accent3" accent4="accent4" accent5="accent5" accent6="accent6" hlink="hlink" folHlink="folHlink"/>
  <p:notesStyle>
    <a:lvl1pPr marL="0" algn="l" defTabSz="877824" rtl="0" eaLnBrk="1" latinLnBrk="0" hangingPunct="1">
      <a:defRPr sz="1152" kern="1200">
        <a:solidFill>
          <a:schemeClr val="tx1"/>
        </a:solidFill>
        <a:latin typeface="Arial" panose="020B0604020202020204" pitchFamily="34" charset="0"/>
        <a:ea typeface="+mn-ea"/>
        <a:cs typeface="+mn-cs"/>
      </a:defRPr>
    </a:lvl1pPr>
    <a:lvl2pPr marL="438912" algn="l" defTabSz="877824" rtl="0" eaLnBrk="1" latinLnBrk="0" hangingPunct="1">
      <a:defRPr sz="1152" kern="1200">
        <a:solidFill>
          <a:schemeClr val="tx1"/>
        </a:solidFill>
        <a:latin typeface="Arial" panose="020B0604020202020204" pitchFamily="34" charset="0"/>
        <a:ea typeface="+mn-ea"/>
        <a:cs typeface="+mn-cs"/>
      </a:defRPr>
    </a:lvl2pPr>
    <a:lvl3pPr marL="877824" algn="l" defTabSz="877824" rtl="0" eaLnBrk="1" latinLnBrk="0" hangingPunct="1">
      <a:defRPr sz="1152" kern="1200">
        <a:solidFill>
          <a:schemeClr val="tx1"/>
        </a:solidFill>
        <a:latin typeface="Arial" panose="020B0604020202020204" pitchFamily="34" charset="0"/>
        <a:ea typeface="+mn-ea"/>
        <a:cs typeface="+mn-cs"/>
      </a:defRPr>
    </a:lvl3pPr>
    <a:lvl4pPr marL="1316736" algn="l" defTabSz="877824" rtl="0" eaLnBrk="1" latinLnBrk="0" hangingPunct="1">
      <a:defRPr sz="1152" kern="1200">
        <a:solidFill>
          <a:schemeClr val="tx1"/>
        </a:solidFill>
        <a:latin typeface="Arial" panose="020B0604020202020204" pitchFamily="34" charset="0"/>
        <a:ea typeface="+mn-ea"/>
        <a:cs typeface="+mn-cs"/>
      </a:defRPr>
    </a:lvl4pPr>
    <a:lvl5pPr marL="1755648" algn="l" defTabSz="877824" rtl="0" eaLnBrk="1" latinLnBrk="0" hangingPunct="1">
      <a:defRPr sz="1152" kern="1200">
        <a:solidFill>
          <a:schemeClr val="tx1"/>
        </a:solidFill>
        <a:latin typeface="Arial" panose="020B0604020202020204" pitchFamily="34" charset="0"/>
        <a:ea typeface="+mn-ea"/>
        <a:cs typeface="+mn-cs"/>
      </a:defRPr>
    </a:lvl5pPr>
    <a:lvl6pPr marL="2194560" algn="l" defTabSz="877824" rtl="0" eaLnBrk="1" latinLnBrk="0" hangingPunct="1">
      <a:defRPr sz="1152" kern="1200">
        <a:solidFill>
          <a:schemeClr val="tx1"/>
        </a:solidFill>
        <a:latin typeface="+mn-lt"/>
        <a:ea typeface="+mn-ea"/>
        <a:cs typeface="+mn-cs"/>
      </a:defRPr>
    </a:lvl6pPr>
    <a:lvl7pPr marL="2633472" algn="l" defTabSz="877824" rtl="0" eaLnBrk="1" latinLnBrk="0" hangingPunct="1">
      <a:defRPr sz="1152" kern="1200">
        <a:solidFill>
          <a:schemeClr val="tx1"/>
        </a:solidFill>
        <a:latin typeface="+mn-lt"/>
        <a:ea typeface="+mn-ea"/>
        <a:cs typeface="+mn-cs"/>
      </a:defRPr>
    </a:lvl7pPr>
    <a:lvl8pPr marL="3072384" algn="l" defTabSz="877824" rtl="0" eaLnBrk="1" latinLnBrk="0" hangingPunct="1">
      <a:defRPr sz="1152" kern="1200">
        <a:solidFill>
          <a:schemeClr val="tx1"/>
        </a:solidFill>
        <a:latin typeface="+mn-lt"/>
        <a:ea typeface="+mn-ea"/>
        <a:cs typeface="+mn-cs"/>
      </a:defRPr>
    </a:lvl8pPr>
    <a:lvl9pPr marL="3511296" algn="l" defTabSz="877824" rtl="0" eaLnBrk="1" latinLnBrk="0" hangingPunct="1">
      <a:defRPr sz="115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BBF66F3-DCA0-FE43-BE02-9987B36BE488}" type="slidenum">
              <a:rPr lang="en-US" smtClean="0"/>
              <a:pPr/>
              <a:t>1</a:t>
            </a:fld>
            <a:endParaRPr lang="en-US"/>
          </a:p>
        </p:txBody>
      </p:sp>
    </p:spTree>
    <p:extLst>
      <p:ext uri="{BB962C8B-B14F-4D97-AF65-F5344CB8AC3E}">
        <p14:creationId xmlns:p14="http://schemas.microsoft.com/office/powerpoint/2010/main" val="568731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Infinity Loop">
    <p:bg>
      <p:bgPr>
        <a:solidFill>
          <a:schemeClr val="bg1"/>
        </a:solidFill>
        <a:effectLst/>
      </p:bgPr>
    </p:bg>
    <p:spTree>
      <p:nvGrpSpPr>
        <p:cNvPr id="1" name=""/>
        <p:cNvGrpSpPr/>
        <p:nvPr/>
      </p:nvGrpSpPr>
      <p:grpSpPr>
        <a:xfrm>
          <a:off x="0" y="0"/>
          <a:ext cx="0" cy="0"/>
          <a:chOff x="0" y="0"/>
          <a:chExt cx="0" cy="0"/>
        </a:xfrm>
      </p:grpSpPr>
      <p:pic>
        <p:nvPicPr>
          <p:cNvPr id="3" name="Picture 2" descr="A red and blue swirls&#10;&#10;Description automatically generated">
            <a:extLst>
              <a:ext uri="{FF2B5EF4-FFF2-40B4-BE49-F238E27FC236}">
                <a16:creationId xmlns:a16="http://schemas.microsoft.com/office/drawing/2014/main" id="{E3D213AE-6564-F0DF-AC15-E6626CB81266}"/>
              </a:ext>
            </a:extLst>
          </p:cNvPr>
          <p:cNvPicPr>
            <a:picLocks noChangeAspect="1"/>
          </p:cNvPicPr>
          <p:nvPr userDrawn="1"/>
        </p:nvPicPr>
        <p:blipFill>
          <a:blip r:embed="rId2"/>
          <a:stretch>
            <a:fillRect/>
          </a:stretch>
        </p:blipFill>
        <p:spPr>
          <a:xfrm>
            <a:off x="0" y="0"/>
            <a:ext cx="11706225" cy="6584950"/>
          </a:xfrm>
          <a:prstGeom prst="rect">
            <a:avLst/>
          </a:prstGeom>
        </p:spPr>
      </p:pic>
      <p:sp>
        <p:nvSpPr>
          <p:cNvPr id="91" name="Title 2">
            <a:extLst>
              <a:ext uri="{FF2B5EF4-FFF2-40B4-BE49-F238E27FC236}">
                <a16:creationId xmlns:a16="http://schemas.microsoft.com/office/drawing/2014/main" id="{3DCBB9C8-E69B-844B-B249-E1FB04F5D165}"/>
              </a:ext>
            </a:extLst>
          </p:cNvPr>
          <p:cNvSpPr>
            <a:spLocks noGrp="1"/>
          </p:cNvSpPr>
          <p:nvPr>
            <p:ph type="title" hasCustomPrompt="1"/>
          </p:nvPr>
        </p:nvSpPr>
        <p:spPr>
          <a:xfrm>
            <a:off x="558801" y="1411028"/>
            <a:ext cx="5226049" cy="1170478"/>
          </a:xfrm>
        </p:spPr>
        <p:txBody>
          <a:bodyPr anchor="t" anchorCtr="0">
            <a:noAutofit/>
          </a:bodyPr>
          <a:lstStyle>
            <a:lvl1pPr algn="l">
              <a:defRPr sz="4500" b="0" i="0">
                <a:solidFill>
                  <a:schemeClr val="tx2"/>
                </a:solidFill>
                <a:latin typeface="Aeonik Pro Medium" panose="020B0503030300000000" pitchFamily="34" charset="0"/>
              </a:defRPr>
            </a:lvl1pPr>
          </a:lstStyle>
          <a:p>
            <a:r>
              <a:rPr lang="en-GB"/>
              <a:t>Document title</a:t>
            </a:r>
            <a:endParaRPr lang="en-US"/>
          </a:p>
        </p:txBody>
      </p:sp>
      <p:sp>
        <p:nvSpPr>
          <p:cNvPr id="6" name="Text Placeholder 17">
            <a:extLst>
              <a:ext uri="{FF2B5EF4-FFF2-40B4-BE49-F238E27FC236}">
                <a16:creationId xmlns:a16="http://schemas.microsoft.com/office/drawing/2014/main" id="{F6B612A6-67EF-4A83-AF4D-AD94E22F260D}"/>
              </a:ext>
            </a:extLst>
          </p:cNvPr>
          <p:cNvSpPr>
            <a:spLocks noGrp="1"/>
          </p:cNvSpPr>
          <p:nvPr>
            <p:ph type="body" sz="quarter" idx="13" hasCustomPrompt="1"/>
          </p:nvPr>
        </p:nvSpPr>
        <p:spPr>
          <a:xfrm>
            <a:off x="558801" y="4680000"/>
            <a:ext cx="5226049" cy="431015"/>
          </a:xfrm>
        </p:spPr>
        <p:txBody>
          <a:bodyPr anchor="t">
            <a:noAutofit/>
          </a:bodyPr>
          <a:lstStyle>
            <a:lvl1pPr algn="l">
              <a:defRPr sz="1800" b="0">
                <a:solidFill>
                  <a:schemeClr val="bg1"/>
                </a:solidFill>
                <a:latin typeface="+mn-lt"/>
              </a:defRPr>
            </a:lvl1pPr>
            <a:lvl2pPr>
              <a:defRPr sz="2801">
                <a:solidFill>
                  <a:schemeClr val="bg1"/>
                </a:solidFill>
                <a:latin typeface="Aeonik Light" panose="02010503030300000000" pitchFamily="2" charset="0"/>
              </a:defRPr>
            </a:lvl2pPr>
            <a:lvl3pPr>
              <a:defRPr sz="2801">
                <a:solidFill>
                  <a:schemeClr val="bg1"/>
                </a:solidFill>
                <a:latin typeface="Aeonik Light" panose="02010503030300000000" pitchFamily="2" charset="0"/>
              </a:defRPr>
            </a:lvl3pPr>
            <a:lvl4pPr>
              <a:defRPr sz="2401">
                <a:solidFill>
                  <a:schemeClr val="bg1"/>
                </a:solidFill>
                <a:latin typeface="Aeonik Light" panose="02010503030300000000" pitchFamily="2" charset="0"/>
              </a:defRPr>
            </a:lvl4pPr>
            <a:lvl5pPr>
              <a:defRPr sz="2801">
                <a:solidFill>
                  <a:schemeClr val="bg1"/>
                </a:solidFill>
                <a:latin typeface="Aeonik Light" panose="02010503030300000000" pitchFamily="2" charset="0"/>
              </a:defRPr>
            </a:lvl5pPr>
          </a:lstStyle>
          <a:p>
            <a:pPr lvl="0"/>
            <a:r>
              <a:rPr lang="en-GB"/>
              <a:t>Subtitle if required</a:t>
            </a:r>
            <a:endParaRPr lang="en-US"/>
          </a:p>
        </p:txBody>
      </p:sp>
      <p:pic>
        <p:nvPicPr>
          <p:cNvPr id="7" name="Picture 6">
            <a:extLst>
              <a:ext uri="{FF2B5EF4-FFF2-40B4-BE49-F238E27FC236}">
                <a16:creationId xmlns:a16="http://schemas.microsoft.com/office/drawing/2014/main" id="{2B4388C3-53B0-7521-C3F6-96CBFCE9F3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451298" y="5546369"/>
            <a:ext cx="1696127" cy="806805"/>
          </a:xfrm>
          <a:prstGeom prst="rect">
            <a:avLst/>
          </a:prstGeom>
        </p:spPr>
      </p:pic>
      <p:sp>
        <p:nvSpPr>
          <p:cNvPr id="9" name="Text Placeholder 8">
            <a:extLst>
              <a:ext uri="{FF2B5EF4-FFF2-40B4-BE49-F238E27FC236}">
                <a16:creationId xmlns:a16="http://schemas.microsoft.com/office/drawing/2014/main" id="{A5C59D28-4315-B502-6D1F-34FF480731A7}"/>
              </a:ext>
            </a:extLst>
          </p:cNvPr>
          <p:cNvSpPr>
            <a:spLocks noGrp="1"/>
          </p:cNvSpPr>
          <p:nvPr>
            <p:ph type="body" sz="quarter" idx="14" hasCustomPrompt="1"/>
          </p:nvPr>
        </p:nvSpPr>
        <p:spPr>
          <a:xfrm>
            <a:off x="558801" y="667061"/>
            <a:ext cx="5226049" cy="278907"/>
          </a:xfrm>
        </p:spPr>
        <p:txBody>
          <a:bodyPr/>
          <a:lstStyle>
            <a:lvl1pPr>
              <a:defRPr sz="1400">
                <a:latin typeface="+mj-lt"/>
              </a:defRPr>
            </a:lvl1pPr>
          </a:lstStyle>
          <a:p>
            <a:pPr lvl="0"/>
            <a:fld id="{40D9233F-328B-A843-8490-11510E3736C2}" type="datetime4">
              <a:rPr lang="en-GB" smtClean="0"/>
              <a:t>12 December 2023</a:t>
            </a:fld>
            <a:endParaRPr lang="en-US"/>
          </a:p>
        </p:txBody>
      </p:sp>
    </p:spTree>
    <p:extLst>
      <p:ext uri="{BB962C8B-B14F-4D97-AF65-F5344CB8AC3E}">
        <p14:creationId xmlns:p14="http://schemas.microsoft.com/office/powerpoint/2010/main" val="164221321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2374620-E571-5D46-A3C3-64E14C42D14F}"/>
              </a:ext>
            </a:extLst>
          </p:cNvPr>
          <p:cNvSpPr>
            <a:spLocks noGrp="1"/>
          </p:cNvSpPr>
          <p:nvPr>
            <p:ph type="ftr" sz="quarter" idx="18"/>
          </p:nvPr>
        </p:nvSpPr>
        <p:spPr/>
        <p:txBody>
          <a:bodyPr/>
          <a:lstStyle/>
          <a:p>
            <a:r>
              <a:rPr lang="en-US"/>
              <a:t>Insert &gt; Header &amp; Footer &gt; *Edit footer &gt; Apply to All</a:t>
            </a:r>
          </a:p>
        </p:txBody>
      </p:sp>
      <p:sp>
        <p:nvSpPr>
          <p:cNvPr id="7" name="Text Placeholder 13">
            <a:extLst>
              <a:ext uri="{FF2B5EF4-FFF2-40B4-BE49-F238E27FC236}">
                <a16:creationId xmlns:a16="http://schemas.microsoft.com/office/drawing/2014/main" id="{AFF85669-3F02-4EF3-B6CD-AF72341160C3}"/>
              </a:ext>
            </a:extLst>
          </p:cNvPr>
          <p:cNvSpPr>
            <a:spLocks noGrp="1"/>
          </p:cNvSpPr>
          <p:nvPr>
            <p:ph type="body" sz="quarter" idx="14"/>
          </p:nvPr>
        </p:nvSpPr>
        <p:spPr>
          <a:xfrm>
            <a:off x="558006" y="916005"/>
            <a:ext cx="10589419" cy="311817"/>
          </a:xfrm>
        </p:spPr>
        <p:txBody>
          <a:bodyPr/>
          <a:lstStyle>
            <a:lvl1pPr>
              <a:defRPr sz="1400" b="0">
                <a:latin typeface="Aeonik Pro" panose="020B0503030300000000" pitchFamily="34" charset="0"/>
              </a:defRPr>
            </a:lvl1pPr>
          </a:lstStyle>
          <a:p>
            <a:pPr lvl="0"/>
            <a:r>
              <a:rPr lang="en-GB"/>
              <a:t>Click to edit Master text styles</a:t>
            </a:r>
          </a:p>
        </p:txBody>
      </p:sp>
      <p:sp>
        <p:nvSpPr>
          <p:cNvPr id="10" name="Title Placeholder 1">
            <a:extLst>
              <a:ext uri="{FF2B5EF4-FFF2-40B4-BE49-F238E27FC236}">
                <a16:creationId xmlns:a16="http://schemas.microsoft.com/office/drawing/2014/main" id="{D0CF47DB-2FD2-490F-BAFC-25E77A4C2DE6}"/>
              </a:ext>
            </a:extLst>
          </p:cNvPr>
          <p:cNvSpPr>
            <a:spLocks noGrp="1"/>
          </p:cNvSpPr>
          <p:nvPr>
            <p:ph type="title"/>
          </p:nvPr>
        </p:nvSpPr>
        <p:spPr>
          <a:xfrm>
            <a:off x="558006" y="528207"/>
            <a:ext cx="10589419" cy="387798"/>
          </a:xfrm>
          <a:prstGeom prst="rect">
            <a:avLst/>
          </a:prstGeom>
        </p:spPr>
        <p:txBody>
          <a:bodyPr vert="horz" wrap="square" lIns="0" tIns="0" rIns="0" bIns="0" rtlCol="0" anchor="t" anchorCtr="0">
            <a:spAutoFit/>
          </a:bodyPr>
          <a:lstStyle/>
          <a:p>
            <a:r>
              <a:rPr lang="en-GB"/>
              <a:t>Click to edit master title style</a:t>
            </a:r>
            <a:endParaRPr lang="en-US"/>
          </a:p>
        </p:txBody>
      </p:sp>
      <p:sp>
        <p:nvSpPr>
          <p:cNvPr id="9" name="Slide Number Placeholder 21">
            <a:extLst>
              <a:ext uri="{FF2B5EF4-FFF2-40B4-BE49-F238E27FC236}">
                <a16:creationId xmlns:a16="http://schemas.microsoft.com/office/drawing/2014/main" id="{11433456-BB13-B74B-B2DF-719CC7EC704D}"/>
              </a:ext>
            </a:extLst>
          </p:cNvPr>
          <p:cNvSpPr>
            <a:spLocks noGrp="1"/>
          </p:cNvSpPr>
          <p:nvPr>
            <p:ph type="sldNum" sz="quarter" idx="4"/>
          </p:nvPr>
        </p:nvSpPr>
        <p:spPr>
          <a:xfrm>
            <a:off x="11229975" y="6216109"/>
            <a:ext cx="264446" cy="123111"/>
          </a:xfrm>
          <a:prstGeom prst="rect">
            <a:avLst/>
          </a:prstGeom>
        </p:spPr>
        <p:txBody>
          <a:bodyPr vert="horz" wrap="square" lIns="0" tIns="0" rIns="0" bIns="0" rtlCol="0" anchor="ctr">
            <a:spAutoFit/>
          </a:bodyPr>
          <a:lstStyle>
            <a:lvl1pPr algn="r">
              <a:defRPr lang="en-US" sz="800" smtClean="0">
                <a:solidFill>
                  <a:schemeClr val="tx2"/>
                </a:solidFill>
              </a:defRPr>
            </a:lvl1pPr>
          </a:lstStyle>
          <a:p>
            <a:fld id="{8B8CC99B-4448-064C-ACFA-F39475122D2B}" type="slidenum">
              <a:rPr lang="en-GB" smtClean="0"/>
              <a:pPr/>
              <a:t>‹#›</a:t>
            </a:fld>
            <a:endParaRPr lang="en-GB"/>
          </a:p>
        </p:txBody>
      </p:sp>
    </p:spTree>
    <p:extLst>
      <p:ext uri="{BB962C8B-B14F-4D97-AF65-F5344CB8AC3E}">
        <p14:creationId xmlns:p14="http://schemas.microsoft.com/office/powerpoint/2010/main" val="319431450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8006" y="528207"/>
            <a:ext cx="10582526" cy="387798"/>
          </a:xfrm>
          <a:prstGeom prst="rect">
            <a:avLst/>
          </a:prstGeom>
        </p:spPr>
        <p:txBody>
          <a:bodyPr vert="horz" wrap="square" lIns="0" tIns="0" rIns="0" bIns="0" rtlCol="0" anchor="t" anchorCtr="0">
            <a:spAutoFit/>
          </a:bodyPr>
          <a:lstStyle/>
          <a:p>
            <a:r>
              <a:rPr lang="en-GB"/>
              <a:t>Click to edit master title style</a:t>
            </a:r>
            <a:endParaRPr lang="en-US"/>
          </a:p>
        </p:txBody>
      </p:sp>
      <p:sp>
        <p:nvSpPr>
          <p:cNvPr id="3" name="Text Placeholder 2"/>
          <p:cNvSpPr>
            <a:spLocks noGrp="1"/>
          </p:cNvSpPr>
          <p:nvPr>
            <p:ph type="body" idx="1"/>
          </p:nvPr>
        </p:nvSpPr>
        <p:spPr>
          <a:xfrm>
            <a:off x="558006" y="1098701"/>
            <a:ext cx="10582122" cy="4857600"/>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3"/>
            <a:endParaRPr lang="en-US"/>
          </a:p>
        </p:txBody>
      </p:sp>
      <p:sp>
        <p:nvSpPr>
          <p:cNvPr id="4" name="Footer Placeholder 3">
            <a:extLst>
              <a:ext uri="{FF2B5EF4-FFF2-40B4-BE49-F238E27FC236}">
                <a16:creationId xmlns:a16="http://schemas.microsoft.com/office/drawing/2014/main" id="{60F6DB0E-79C2-EA4C-A481-AAF017DFFBE2}"/>
              </a:ext>
            </a:extLst>
          </p:cNvPr>
          <p:cNvSpPr>
            <a:spLocks noGrp="1"/>
          </p:cNvSpPr>
          <p:nvPr>
            <p:ph type="ftr" sz="quarter" idx="3"/>
          </p:nvPr>
        </p:nvSpPr>
        <p:spPr>
          <a:xfrm>
            <a:off x="558006" y="6199319"/>
            <a:ext cx="2547144" cy="153888"/>
          </a:xfrm>
          <a:prstGeom prst="rect">
            <a:avLst/>
          </a:prstGeom>
        </p:spPr>
        <p:txBody>
          <a:bodyPr vert="horz" wrap="none" lIns="0" tIns="0" rIns="0" bIns="0" rtlCol="0" anchor="ctr"/>
          <a:lstStyle>
            <a:lvl1pPr>
              <a:defRPr lang="en-US" sz="800" smtClean="0">
                <a:solidFill>
                  <a:schemeClr val="tx1">
                    <a:lumMod val="60000"/>
                    <a:lumOff val="40000"/>
                  </a:schemeClr>
                </a:solidFill>
              </a:defRPr>
            </a:lvl1pPr>
          </a:lstStyle>
          <a:p>
            <a:r>
              <a:rPr lang="en-US"/>
              <a:t>Insert &gt; Header &amp; Footer &gt; *Edit footer &gt; Apply to All</a:t>
            </a:r>
          </a:p>
        </p:txBody>
      </p:sp>
      <p:sp>
        <p:nvSpPr>
          <p:cNvPr id="22" name="Slide Number Placeholder 21">
            <a:extLst>
              <a:ext uri="{FF2B5EF4-FFF2-40B4-BE49-F238E27FC236}">
                <a16:creationId xmlns:a16="http://schemas.microsoft.com/office/drawing/2014/main" id="{E4566798-79FD-C74F-96D1-0CFD20E9EEE0}"/>
              </a:ext>
            </a:extLst>
          </p:cNvPr>
          <p:cNvSpPr>
            <a:spLocks noGrp="1"/>
          </p:cNvSpPr>
          <p:nvPr>
            <p:ph type="sldNum" sz="quarter" idx="4"/>
          </p:nvPr>
        </p:nvSpPr>
        <p:spPr>
          <a:xfrm>
            <a:off x="11229975" y="6216109"/>
            <a:ext cx="264446" cy="123111"/>
          </a:xfrm>
          <a:prstGeom prst="rect">
            <a:avLst/>
          </a:prstGeom>
        </p:spPr>
        <p:txBody>
          <a:bodyPr vert="horz" wrap="square" lIns="0" tIns="0" rIns="0" bIns="0" rtlCol="0" anchor="ctr">
            <a:spAutoFit/>
          </a:bodyPr>
          <a:lstStyle>
            <a:lvl1pPr algn="r">
              <a:defRPr lang="en-US" sz="800" smtClean="0">
                <a:solidFill>
                  <a:schemeClr val="tx2"/>
                </a:solidFill>
              </a:defRPr>
            </a:lvl1pPr>
          </a:lstStyle>
          <a:p>
            <a:fld id="{8B8CC99B-4448-064C-ACFA-F39475122D2B}" type="slidenum">
              <a:rPr lang="en-GB" smtClean="0"/>
              <a:pPr/>
              <a:t>‹#›</a:t>
            </a:fld>
            <a:endParaRPr lang="en-GB"/>
          </a:p>
        </p:txBody>
      </p:sp>
      <p:sp>
        <p:nvSpPr>
          <p:cNvPr id="6" name="TextBox 5">
            <a:extLst>
              <a:ext uri="{FF2B5EF4-FFF2-40B4-BE49-F238E27FC236}">
                <a16:creationId xmlns:a16="http://schemas.microsoft.com/office/drawing/2014/main" id="{FFB864E8-99D6-39A0-3BFA-969C3953E2FC}"/>
              </a:ext>
            </a:extLst>
          </p:cNvPr>
          <p:cNvSpPr txBox="1"/>
          <p:nvPr userDrawn="1">
            <p:extLst>
              <p:ext uri="{1162E1C5-73C7-4A58-AE30-91384D911F3F}">
                <p184:classification xmlns:p184="http://schemas.microsoft.com/office/powerpoint/2018/4/main" val="hdr"/>
              </p:ext>
            </p:extLst>
          </p:nvPr>
        </p:nvSpPr>
        <p:spPr>
          <a:xfrm>
            <a:off x="5595112" y="63500"/>
            <a:ext cx="5445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752324593"/>
      </p:ext>
    </p:extLst>
  </p:cSld>
  <p:clrMap bg1="lt1" tx1="dk1" bg2="lt2" tx2="dk2" accent1="accent1" accent2="accent2" accent3="accent3" accent4="accent4" accent5="accent5" accent6="accent6" hlink="hlink" folHlink="folHlink"/>
  <p:sldLayoutIdLst>
    <p:sldLayoutId id="2147483972" r:id="rId1"/>
    <p:sldLayoutId id="2147483752" r:id="rId2"/>
  </p:sldLayoutIdLst>
  <p:transition>
    <p:fade/>
  </p:transition>
  <p:hf hdr="0" dt="0"/>
  <p:txStyles>
    <p:titleStyle>
      <a:lvl1pPr algn="l" defTabSz="877996" rtl="0" eaLnBrk="1" latinLnBrk="0" hangingPunct="1">
        <a:lnSpc>
          <a:spcPct val="90000"/>
        </a:lnSpc>
        <a:spcBef>
          <a:spcPct val="0"/>
        </a:spcBef>
        <a:buNone/>
        <a:defRPr sz="2800" b="0" i="0" kern="1200" spc="0">
          <a:solidFill>
            <a:schemeClr val="tx2"/>
          </a:solidFill>
          <a:latin typeface="Aeonik Pro Medium" panose="020B0603030300000000" pitchFamily="34" charset="0"/>
          <a:ea typeface="Aeonik Pro Medium" panose="020B0603030300000000" pitchFamily="34" charset="0"/>
          <a:cs typeface="Arial" panose="020B0604020202020204" pitchFamily="34" charset="0"/>
        </a:defRPr>
      </a:lvl1pPr>
    </p:titleStyle>
    <p:body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System Font Regular"/>
        <a:buChar char="–"/>
        <a:defRPr sz="1600" b="0" i="0" kern="1200">
          <a:solidFill>
            <a:schemeClr val="tx2"/>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System Font Regular"/>
        <a:buChar char="–"/>
        <a:defRPr sz="1400" b="0" i="0" kern="1200">
          <a:solidFill>
            <a:schemeClr val="tx2"/>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p:bodyStyle>
    <p:otherStyle>
      <a:defPPr>
        <a:defRPr lang="en-US"/>
      </a:defPPr>
      <a:lvl1pPr marL="0" algn="l" defTabSz="877996" rtl="0" eaLnBrk="1" latinLnBrk="0" hangingPunct="1">
        <a:defRPr sz="1729" kern="1200">
          <a:solidFill>
            <a:schemeClr val="tx1"/>
          </a:solidFill>
          <a:latin typeface="+mn-lt"/>
          <a:ea typeface="+mn-ea"/>
          <a:cs typeface="+mn-cs"/>
        </a:defRPr>
      </a:lvl1pPr>
      <a:lvl2pPr marL="438998" algn="l" defTabSz="877996" rtl="0" eaLnBrk="1" latinLnBrk="0" hangingPunct="1">
        <a:defRPr sz="1729" kern="1200">
          <a:solidFill>
            <a:schemeClr val="tx1"/>
          </a:solidFill>
          <a:latin typeface="+mn-lt"/>
          <a:ea typeface="+mn-ea"/>
          <a:cs typeface="+mn-cs"/>
        </a:defRPr>
      </a:lvl2pPr>
      <a:lvl3pPr marL="877996" algn="l" defTabSz="877996" rtl="0" eaLnBrk="1" latinLnBrk="0" hangingPunct="1">
        <a:defRPr sz="1729" kern="1200">
          <a:solidFill>
            <a:schemeClr val="tx1"/>
          </a:solidFill>
          <a:latin typeface="+mn-lt"/>
          <a:ea typeface="+mn-ea"/>
          <a:cs typeface="+mn-cs"/>
        </a:defRPr>
      </a:lvl3pPr>
      <a:lvl4pPr marL="1316994" algn="l" defTabSz="877996" rtl="0" eaLnBrk="1" latinLnBrk="0" hangingPunct="1">
        <a:defRPr sz="1729" kern="1200">
          <a:solidFill>
            <a:schemeClr val="tx1"/>
          </a:solidFill>
          <a:latin typeface="+mn-lt"/>
          <a:ea typeface="+mn-ea"/>
          <a:cs typeface="+mn-cs"/>
        </a:defRPr>
      </a:lvl4pPr>
      <a:lvl5pPr marL="1755992" algn="l" defTabSz="877996" rtl="0" eaLnBrk="1" latinLnBrk="0" hangingPunct="1">
        <a:defRPr sz="1729" kern="1200">
          <a:solidFill>
            <a:schemeClr val="tx1"/>
          </a:solidFill>
          <a:latin typeface="+mn-lt"/>
          <a:ea typeface="+mn-ea"/>
          <a:cs typeface="+mn-cs"/>
        </a:defRPr>
      </a:lvl5pPr>
      <a:lvl6pPr marL="2194989" algn="l" defTabSz="877996" rtl="0" eaLnBrk="1" latinLnBrk="0" hangingPunct="1">
        <a:defRPr sz="1729" kern="1200">
          <a:solidFill>
            <a:schemeClr val="tx1"/>
          </a:solidFill>
          <a:latin typeface="+mn-lt"/>
          <a:ea typeface="+mn-ea"/>
          <a:cs typeface="+mn-cs"/>
        </a:defRPr>
      </a:lvl6pPr>
      <a:lvl7pPr marL="2633988" algn="l" defTabSz="877996" rtl="0" eaLnBrk="1" latinLnBrk="0" hangingPunct="1">
        <a:defRPr sz="1729" kern="1200">
          <a:solidFill>
            <a:schemeClr val="tx1"/>
          </a:solidFill>
          <a:latin typeface="+mn-lt"/>
          <a:ea typeface="+mn-ea"/>
          <a:cs typeface="+mn-cs"/>
        </a:defRPr>
      </a:lvl7pPr>
      <a:lvl8pPr marL="3072986" algn="l" defTabSz="877996" rtl="0" eaLnBrk="1" latinLnBrk="0" hangingPunct="1">
        <a:defRPr sz="1729" kern="1200">
          <a:solidFill>
            <a:schemeClr val="tx1"/>
          </a:solidFill>
          <a:latin typeface="+mn-lt"/>
          <a:ea typeface="+mn-ea"/>
          <a:cs typeface="+mn-cs"/>
        </a:defRPr>
      </a:lvl8pPr>
      <a:lvl9pPr marL="3511983" algn="l" defTabSz="877996" rtl="0" eaLnBrk="1" latinLnBrk="0" hangingPunct="1">
        <a:defRPr sz="172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53" userDrawn="1">
          <p15:clr>
            <a:srgbClr val="F26B43"/>
          </p15:clr>
        </p15:guide>
        <p15:guide id="2" pos="7022" userDrawn="1">
          <p15:clr>
            <a:srgbClr val="F26B43"/>
          </p15:clr>
        </p15:guide>
        <p15:guide id="3" pos="3644" userDrawn="1">
          <p15:clr>
            <a:srgbClr val="5ACBF0"/>
          </p15:clr>
        </p15:guide>
        <p15:guide id="4" orient="horz" pos="3503" userDrawn="1">
          <p15:clr>
            <a:srgbClr val="F26B43"/>
          </p15:clr>
        </p15:guide>
        <p15:guide id="5" orient="horz" pos="525" userDrawn="1">
          <p15:clr>
            <a:srgbClr val="A4A3A4"/>
          </p15:clr>
        </p15:guide>
        <p15:guide id="6" orient="horz" pos="3752" userDrawn="1">
          <p15:clr>
            <a:srgbClr val="F26B43"/>
          </p15:clr>
        </p15:guide>
        <p15:guide id="8" pos="5334" userDrawn="1">
          <p15:clr>
            <a:srgbClr val="5ACBF0"/>
          </p15:clr>
        </p15:guide>
        <p15:guide id="9" orient="horz" pos="940" userDrawn="1">
          <p15:clr>
            <a:srgbClr val="F26B43"/>
          </p15:clr>
        </p15:guide>
        <p15:guide id="10" orient="horz" pos="691" userDrawn="1">
          <p15:clr>
            <a:srgbClr val="F26B43"/>
          </p15:clr>
        </p15:guide>
        <p15:guide id="11" pos="2039" userDrawn="1">
          <p15:clr>
            <a:srgbClr val="5ACBF0"/>
          </p15:clr>
        </p15:guide>
        <p15:guide id="12" pos="3728" userDrawn="1">
          <p15:clr>
            <a:srgbClr val="5ACBF0"/>
          </p15:clr>
        </p15:guide>
        <p15:guide id="13" pos="5415" userDrawn="1">
          <p15:clr>
            <a:srgbClr val="5ACBF0"/>
          </p15:clr>
        </p15:guide>
        <p15:guide id="14" orient="horz" pos="577" userDrawn="1">
          <p15:clr>
            <a:srgbClr val="A4A3A4"/>
          </p15:clr>
        </p15:guide>
        <p15:guide id="15" orient="horz" pos="4002" userDrawn="1">
          <p15:clr>
            <a:srgbClr val="A4A3A4"/>
          </p15:clr>
        </p15:guide>
        <p15:guide id="16" pos="2610" userDrawn="1">
          <p15:clr>
            <a:srgbClr val="FDE53C"/>
          </p15:clr>
        </p15:guide>
        <p15:guide id="17" pos="2508" userDrawn="1">
          <p15:clr>
            <a:srgbClr val="FDE53C"/>
          </p15:clr>
        </p15:guide>
        <p15:guide id="18" pos="4763" userDrawn="1">
          <p15:clr>
            <a:srgbClr val="FDE53C"/>
          </p15:clr>
        </p15:guide>
        <p15:guide id="19" pos="4869" userDrawn="1">
          <p15:clr>
            <a:srgbClr val="FDE53C"/>
          </p15:clr>
        </p15:guide>
        <p15:guide id="20" pos="195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B190EC05-F9EA-82B8-C798-6370300BCF57}"/>
              </a:ext>
            </a:extLst>
          </p:cNvPr>
          <p:cNvGraphicFramePr>
            <a:graphicFrameLocks noGrp="1"/>
          </p:cNvGraphicFramePr>
          <p:nvPr>
            <p:extLst>
              <p:ext uri="{D42A27DB-BD31-4B8C-83A1-F6EECF244321}">
                <p14:modId xmlns:p14="http://schemas.microsoft.com/office/powerpoint/2010/main" val="291140171"/>
              </p:ext>
            </p:extLst>
          </p:nvPr>
        </p:nvGraphicFramePr>
        <p:xfrm>
          <a:off x="-19509" y="12528"/>
          <a:ext cx="11725732" cy="6967245"/>
        </p:xfrm>
        <a:graphic>
          <a:graphicData uri="http://schemas.openxmlformats.org/drawingml/2006/table">
            <a:tbl>
              <a:tblPr>
                <a:tableStyleId>{912C8C85-51F0-491E-9774-3900AFEF0FD7}</a:tableStyleId>
              </a:tblPr>
              <a:tblGrid>
                <a:gridCol w="1670192">
                  <a:extLst>
                    <a:ext uri="{9D8B030D-6E8A-4147-A177-3AD203B41FA5}">
                      <a16:colId xmlns:a16="http://schemas.microsoft.com/office/drawing/2014/main" val="20000"/>
                    </a:ext>
                  </a:extLst>
                </a:gridCol>
                <a:gridCol w="2120594">
                  <a:extLst>
                    <a:ext uri="{9D8B030D-6E8A-4147-A177-3AD203B41FA5}">
                      <a16:colId xmlns:a16="http://schemas.microsoft.com/office/drawing/2014/main" val="20001"/>
                    </a:ext>
                  </a:extLst>
                </a:gridCol>
                <a:gridCol w="1669493">
                  <a:extLst>
                    <a:ext uri="{9D8B030D-6E8A-4147-A177-3AD203B41FA5}">
                      <a16:colId xmlns:a16="http://schemas.microsoft.com/office/drawing/2014/main" val="20002"/>
                    </a:ext>
                  </a:extLst>
                </a:gridCol>
                <a:gridCol w="913925">
                  <a:extLst>
                    <a:ext uri="{9D8B030D-6E8A-4147-A177-3AD203B41FA5}">
                      <a16:colId xmlns:a16="http://schemas.microsoft.com/office/drawing/2014/main" val="1580635144"/>
                    </a:ext>
                  </a:extLst>
                </a:gridCol>
                <a:gridCol w="598457">
                  <a:extLst>
                    <a:ext uri="{9D8B030D-6E8A-4147-A177-3AD203B41FA5}">
                      <a16:colId xmlns:a16="http://schemas.microsoft.com/office/drawing/2014/main" val="20003"/>
                    </a:ext>
                  </a:extLst>
                </a:gridCol>
                <a:gridCol w="1451818">
                  <a:extLst>
                    <a:ext uri="{9D8B030D-6E8A-4147-A177-3AD203B41FA5}">
                      <a16:colId xmlns:a16="http://schemas.microsoft.com/office/drawing/2014/main" val="396798155"/>
                    </a:ext>
                  </a:extLst>
                </a:gridCol>
                <a:gridCol w="410631">
                  <a:extLst>
                    <a:ext uri="{9D8B030D-6E8A-4147-A177-3AD203B41FA5}">
                      <a16:colId xmlns:a16="http://schemas.microsoft.com/office/drawing/2014/main" val="3792748968"/>
                    </a:ext>
                  </a:extLst>
                </a:gridCol>
                <a:gridCol w="374601">
                  <a:extLst>
                    <a:ext uri="{9D8B030D-6E8A-4147-A177-3AD203B41FA5}">
                      <a16:colId xmlns:a16="http://schemas.microsoft.com/office/drawing/2014/main" val="3780546897"/>
                    </a:ext>
                  </a:extLst>
                </a:gridCol>
                <a:gridCol w="708229">
                  <a:extLst>
                    <a:ext uri="{9D8B030D-6E8A-4147-A177-3AD203B41FA5}">
                      <a16:colId xmlns:a16="http://schemas.microsoft.com/office/drawing/2014/main" val="4091345970"/>
                    </a:ext>
                  </a:extLst>
                </a:gridCol>
                <a:gridCol w="1807792">
                  <a:extLst>
                    <a:ext uri="{9D8B030D-6E8A-4147-A177-3AD203B41FA5}">
                      <a16:colId xmlns:a16="http://schemas.microsoft.com/office/drawing/2014/main" val="292385979"/>
                    </a:ext>
                  </a:extLst>
                </a:gridCol>
              </a:tblGrid>
              <a:tr h="583010">
                <a:tc gridSpan="3">
                  <a:txBody>
                    <a:bodyPr/>
                    <a:lstStyle/>
                    <a:p>
                      <a:pPr lvl="0" algn="l">
                        <a:buNone/>
                      </a:pPr>
                      <a:r>
                        <a:rPr lang="en-GB" sz="2000" b="0">
                          <a:solidFill>
                            <a:schemeClr val="accent2"/>
                          </a:solidFill>
                          <a:latin typeface="+mn-lt"/>
                        </a:rPr>
                        <a:t>Initiative Vision Card                            </a:t>
                      </a:r>
                      <a:r>
                        <a:rPr lang="en-GB" sz="1000" b="1">
                          <a:solidFill>
                            <a:schemeClr val="bg1">
                              <a:lumMod val="75000"/>
                            </a:schemeClr>
                          </a:solidFill>
                          <a:latin typeface="+mn-lt"/>
                        </a:rPr>
                        <a:t>(v3.0 | Technology Portfolio)</a:t>
                      </a:r>
                    </a:p>
                  </a:txBody>
                  <a:tcPr marL="117031" marR="117031" marT="58532" marB="58532" anchor="ctr">
                    <a:lnL w="12700" cap="flat" cmpd="sng" algn="ctr">
                      <a:solidFill>
                        <a:schemeClr val="tx1"/>
                      </a:solidFill>
                      <a:prstDash val="solid"/>
                      <a:round/>
                      <a:headEnd type="none" w="med" len="med"/>
                      <a:tailEnd type="none" w="med" len="med"/>
                    </a:lnL>
                    <a:lnR w="9524"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marL="117031" marR="117031" marT="58532" marB="58532">
                    <a:lnL w="9524" cap="flat" cmpd="sng" algn="ctr">
                      <a:solidFill>
                        <a:schemeClr val="bg1">
                          <a:lumMod val="50000"/>
                        </a:schemeClr>
                      </a:solidFill>
                      <a:prstDash val="solid"/>
                      <a:round/>
                      <a:headEnd type="none" w="med" len="med"/>
                      <a:tailEnd type="none" w="med" len="med"/>
                    </a:lnL>
                    <a:lnR w="9524">
                      <a:solidFill>
                        <a:schemeClr val="bg1">
                          <a:lumMod val="50000"/>
                        </a:schemeClr>
                      </a:solidFill>
                    </a:lnR>
                    <a:lnT w="12700">
                      <a:solidFill>
                        <a:schemeClr val="tx1"/>
                      </a:solidFill>
                    </a:lnT>
                    <a:lnB w="9524" cap="flat" cmpd="sng" algn="ctr">
                      <a:solidFill>
                        <a:schemeClr val="bg1">
                          <a:lumMod val="50000"/>
                        </a:schemeClr>
                      </a:solidFill>
                      <a:prstDash val="solid"/>
                      <a:round/>
                      <a:headEnd type="none" w="med" len="med"/>
                      <a:tailEnd type="none" w="med" len="med"/>
                    </a:lnB>
                  </a:tcPr>
                </a:tc>
                <a:tc hMerge="1">
                  <a:txBody>
                    <a:bodyPr/>
                    <a:lstStyle/>
                    <a:p>
                      <a:endParaRPr lang="en-US"/>
                    </a:p>
                  </a:txBody>
                  <a:tcPr>
                    <a:lnL w="9524" cap="flat" cmpd="sng" algn="ctr">
                      <a:solidFill>
                        <a:schemeClr val="bg1">
                          <a:lumMod val="50000"/>
                        </a:schemeClr>
                      </a:solidFill>
                      <a:prstDash val="solid"/>
                      <a:round/>
                      <a:headEnd type="none" w="med" len="med"/>
                      <a:tailEnd type="none" w="med" len="med"/>
                    </a:lnL>
                  </a:tcPr>
                </a:tc>
                <a:tc gridSpan="2">
                  <a:txBody>
                    <a:bodyPr/>
                    <a:lstStyle/>
                    <a:p>
                      <a:pPr algn="ctr"/>
                      <a:r>
                        <a:rPr lang="en-GB" sz="1100" b="1" kern="1200">
                          <a:solidFill>
                            <a:schemeClr val="tx1"/>
                          </a:solidFill>
                          <a:latin typeface="+mn-lt"/>
                          <a:ea typeface="+mn-ea"/>
                          <a:cs typeface="+mn-cs"/>
                        </a:rPr>
                        <a:t>Start Date</a:t>
                      </a:r>
                    </a:p>
                  </a:txBody>
                  <a:tcPr marL="117031" marR="117031" marT="58532" marB="58532" anchor="ctr">
                    <a:lnL w="9524" cap="flat" cmpd="sng" algn="ctr">
                      <a:solidFill>
                        <a:schemeClr val="bg1">
                          <a:lumMod val="50000"/>
                        </a:schemeClr>
                      </a:solidFill>
                      <a:prstDash val="solid"/>
                      <a:round/>
                      <a:headEnd type="none" w="med" len="med"/>
                      <a:tailEnd type="none" w="med" len="med"/>
                    </a:lnL>
                    <a:lnR w="9524"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lnL w="9524" cap="flat" cmpd="sng" algn="ctr">
                      <a:solidFill>
                        <a:schemeClr val="bg1">
                          <a:lumMod val="50000"/>
                        </a:schemeClr>
                      </a:solidFill>
                      <a:prstDash val="solid"/>
                      <a:round/>
                      <a:headEnd type="none" w="med" len="med"/>
                      <a:tailEnd type="none" w="med" len="med"/>
                    </a:lnL>
                  </a:tcPr>
                </a:tc>
                <a:tc gridSpan="2">
                  <a:txBody>
                    <a:bodyPr/>
                    <a:lstStyle/>
                    <a:p>
                      <a:pPr lvl="0">
                        <a:buNone/>
                      </a:pPr>
                      <a:r>
                        <a:rPr lang="en-GB" sz="1050" i="1" kern="1200">
                          <a:solidFill>
                            <a:schemeClr val="tx2"/>
                          </a:solidFill>
                          <a:effectLst/>
                          <a:latin typeface="+mn-lt"/>
                          <a:ea typeface="+mn-ea"/>
                          <a:cs typeface="+mn-cs"/>
                        </a:rPr>
                        <a:t>01/06/2026</a:t>
                      </a:r>
                    </a:p>
                  </a:txBody>
                  <a:tcPr marL="117031" marR="117031" marT="58532" marB="58532" anchor="ctr">
                    <a:lnL w="9524" cap="flat" cmpd="sng" algn="ctr">
                      <a:solidFill>
                        <a:schemeClr val="bg1">
                          <a:lumMod val="50000"/>
                        </a:schemeClr>
                      </a:solidFill>
                      <a:prstDash val="solid"/>
                      <a:round/>
                      <a:headEnd type="none" w="med" len="med"/>
                      <a:tailEnd type="none" w="med" len="med"/>
                    </a:lnL>
                    <a:lnR w="9524">
                      <a:solidFill>
                        <a:schemeClr val="bg1">
                          <a:lumMod val="50000"/>
                        </a:schemeClr>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GB"/>
                    </a:p>
                  </a:txBody>
                  <a:tcPr>
                    <a:lnL w="9524" cap="flat" cmpd="sng" algn="ctr">
                      <a:solidFill>
                        <a:schemeClr val="bg1">
                          <a:lumMod val="50000"/>
                        </a:schemeClr>
                      </a:solidFill>
                      <a:prstDash val="solid"/>
                      <a:round/>
                      <a:headEnd type="none" w="med" len="med"/>
                      <a:tailEnd type="none" w="med" len="med"/>
                    </a:lnL>
                  </a:tcPr>
                </a:tc>
                <a:tc gridSpan="2">
                  <a:txBody>
                    <a:bodyPr/>
                    <a:lstStyle/>
                    <a:p>
                      <a:pPr algn="ctr"/>
                      <a:r>
                        <a:rPr lang="en-GB" sz="1100" b="1">
                          <a:solidFill>
                            <a:schemeClr val="tx1"/>
                          </a:solidFill>
                          <a:latin typeface="+mn-lt"/>
                        </a:rPr>
                        <a:t>Required when?</a:t>
                      </a:r>
                      <a:endParaRPr lang="en-GB"/>
                    </a:p>
                  </a:txBody>
                  <a:tcPr marL="117031" marR="117031" marT="58532" marB="58532" anchor="ctr">
                    <a:lnL w="9524" cap="flat" cmpd="sng" algn="ctr">
                      <a:solidFill>
                        <a:schemeClr val="bg1">
                          <a:lumMod val="50000"/>
                        </a:schemeClr>
                      </a:solidFill>
                      <a:prstDash val="solid"/>
                      <a:round/>
                      <a:headEnd type="none" w="med" len="med"/>
                      <a:tailEnd type="none" w="med" len="med"/>
                    </a:lnL>
                    <a:lnR w="9524">
                      <a:solidFill>
                        <a:schemeClr val="bg1">
                          <a:lumMod val="50000"/>
                        </a:schemeClr>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lvl="0" algn="l" defTabSz="877996" rtl="0" eaLnBrk="1" latinLnBrk="0" hangingPunct="1">
                        <a:buNone/>
                      </a:pPr>
                      <a:r>
                        <a:rPr lang="en-GB" sz="1050" i="1" kern="1200">
                          <a:solidFill>
                            <a:schemeClr val="tx2"/>
                          </a:solidFill>
                          <a:effectLst/>
                          <a:latin typeface="+mn-lt"/>
                          <a:ea typeface="+mn-ea"/>
                          <a:cs typeface="+mn-cs"/>
                        </a:rPr>
                        <a:t>Aspirational go live date here</a:t>
                      </a:r>
                    </a:p>
                  </a:txBody>
                  <a:tcPr marL="117031" marR="117031" marT="58532" marB="58532" anchor="ctr">
                    <a:lnL w="9524" cap="flat" cmpd="sng" algn="ctr">
                      <a:solidFill>
                        <a:schemeClr val="bg1">
                          <a:lumMod val="50000"/>
                        </a:schemeClr>
                      </a:solidFill>
                      <a:prstDash val="solid"/>
                      <a:round/>
                      <a:headEnd type="none" w="med" len="med"/>
                      <a:tailEnd type="none" w="med" len="med"/>
                    </a:lnL>
                    <a:lnR w="9524" cap="flat" cmpd="sng" algn="ctr">
                      <a:solidFill>
                        <a:schemeClr val="bg1">
                          <a:lumMod val="50000"/>
                        </a:schemeClr>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marL="0" lvl="0" algn="l" defTabSz="877996" rtl="0" eaLnBrk="1" latinLnBrk="0" hangingPunct="1">
                        <a:buNone/>
                      </a:pPr>
                      <a:r>
                        <a:rPr lang="en-GB" sz="1050" i="1" kern="1200">
                          <a:solidFill>
                            <a:schemeClr val="tx2"/>
                          </a:solidFill>
                          <a:effectLst/>
                          <a:latin typeface="+mn-lt"/>
                          <a:ea typeface="+mn-ea"/>
                          <a:cs typeface="+mn-cs"/>
                        </a:rPr>
                        <a:t>04/09/2026</a:t>
                      </a:r>
                    </a:p>
                  </a:txBody>
                  <a:tcPr marL="117031" marR="117031" marT="58532" marB="58532" anchor="ctr">
                    <a:lnL w="9524"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4095840"/>
                  </a:ext>
                </a:extLst>
              </a:tr>
              <a:tr h="571774">
                <a:tc>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r>
                        <a:rPr lang="en-GB" sz="1100" b="1">
                          <a:solidFill>
                            <a:schemeClr val="tx1"/>
                          </a:solidFill>
                          <a:latin typeface="+mn-lt"/>
                        </a:rPr>
                        <a:t>Initiative Name</a:t>
                      </a:r>
                    </a:p>
                  </a:txBody>
                  <a:tcPr marL="117031" marR="117031" marT="58533" marB="58533" anchor="ctr">
                    <a:lnL w="12700" cap="flat" cmpd="sng" algn="ctr">
                      <a:solidFill>
                        <a:schemeClr val="tx1"/>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9">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r>
                        <a:rPr lang="en-GB" sz="1050" i="1" kern="1200">
                          <a:solidFill>
                            <a:schemeClr val="tx2"/>
                          </a:solidFill>
                          <a:effectLst/>
                          <a:latin typeface="+mn-lt"/>
                          <a:ea typeface="+mn-ea"/>
                          <a:cs typeface="+mn-cs"/>
                        </a:rPr>
                        <a:t>Migration of EDVA Functionality from SIFTER to CIMS</a:t>
                      </a:r>
                    </a:p>
                  </a:txBody>
                  <a:tcPr marL="117031" marR="117031" marT="58533" marB="58533" anchor="ctr">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lnL w="9525" cap="flat" cmpd="sng" algn="ctr">
                      <a:solidFill>
                        <a:schemeClr val="bg1">
                          <a:lumMod val="50000"/>
                        </a:schemeClr>
                      </a:solidFill>
                      <a:prstDash val="solid"/>
                      <a:round/>
                      <a:headEnd type="none" w="med" len="med"/>
                      <a:tailEnd type="none" w="med" len="med"/>
                    </a:lnL>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lnT w="12700" cap="flat" cmpd="sng" algn="ctr">
                      <a:solidFill>
                        <a:schemeClr val="tx1"/>
                      </a:solidFill>
                      <a:prstDash val="solid"/>
                      <a:round/>
                      <a:headEnd type="none" w="med" len="med"/>
                      <a:tailEnd type="none" w="med" len="med"/>
                    </a:lnT>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sz="1100" b="1">
                        <a:solidFill>
                          <a:schemeClr val="bg1"/>
                        </a:solidFill>
                        <a:latin typeface="+mn-lt"/>
                      </a:endParaRPr>
                    </a:p>
                  </a:txBody>
                  <a:tcPr marL="117031" marR="117031" marT="58533" marB="58533" anchor="ctr">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GB" sz="1050" i="1" kern="1200">
                        <a:solidFill>
                          <a:schemeClr val="tx2"/>
                        </a:solidFill>
                        <a:effectLst/>
                        <a:latin typeface="+mn-lt"/>
                        <a:ea typeface="+mn-ea"/>
                        <a:cs typeface="+mn-cs"/>
                      </a:endParaRPr>
                    </a:p>
                  </a:txBody>
                  <a:tcPr marL="117031" marR="117031" marT="58533" marB="58533" anchor="ctr">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84315">
                <a:tc>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100" b="1">
                          <a:solidFill>
                            <a:schemeClr val="tx1"/>
                          </a:solidFill>
                          <a:latin typeface="+mn-lt"/>
                        </a:rPr>
                        <a:t>Requirement Description</a:t>
                      </a:r>
                    </a:p>
                  </a:txBody>
                  <a:tcPr marL="117031" marR="117031" marT="58533" marB="58533">
                    <a:lnL w="12700" cap="flat" cmpd="sng" algn="ctr">
                      <a:solidFill>
                        <a:schemeClr val="tx1"/>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9">
                  <a:txBody>
                    <a:bodyPr/>
                    <a:lstStyle/>
                    <a:p>
                      <a:pPr marL="0" lvl="0" indent="0" algn="l">
                        <a:lnSpc>
                          <a:spcPct val="100000"/>
                        </a:lnSpc>
                        <a:buNone/>
                      </a:pPr>
                      <a:r>
                        <a:rPr lang="en-GB" sz="1050" b="0" i="1" u="none" strike="noStrike" kern="1200" baseline="0" noProof="0">
                          <a:solidFill>
                            <a:srgbClr val="000000"/>
                          </a:solidFill>
                          <a:effectLst/>
                          <a:latin typeface="Aeonik Pro"/>
                        </a:rPr>
                        <a:t>CIMS needs to have the eDVA functionality that currently is running on SIFTER that validates the manufacturer files for the HUB5 and also updates the equipDB. This needs to allow the addition of new Hubs that may need to be added, specifically the new hubs for the WiFi 7 project being delivered in a few months. SIFTER is on an unsupported OS with an unsupported database (Windows Server 12 and MSSQL 2016, both on the same physical hardware). The processes were descoped during the CIMS project and their continued operation requirement on SIFTER was not realised. New devices need to have their serial numbers validated to ensure they are unique and those devices need to be added to the </a:t>
                      </a:r>
                      <a:r>
                        <a:rPr lang="en-GB" sz="1050" b="0" i="1" u="none" strike="noStrike" kern="1200" baseline="0" noProof="0" err="1">
                          <a:solidFill>
                            <a:srgbClr val="000000"/>
                          </a:solidFill>
                          <a:effectLst/>
                          <a:latin typeface="Aeonik Pro"/>
                        </a:rPr>
                        <a:t>equipDB</a:t>
                      </a:r>
                      <a:r>
                        <a:rPr lang="en-GB" sz="1050" b="0" i="1" u="none" strike="noStrike" kern="1200" baseline="0" noProof="0">
                          <a:solidFill>
                            <a:srgbClr val="000000"/>
                          </a:solidFill>
                          <a:effectLst/>
                          <a:latin typeface="Aeonik Pro"/>
                        </a:rPr>
                        <a:t> otherwise provisioning of these devices will fail.</a:t>
                      </a:r>
                      <a:endParaRPr lang="en-US"/>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US"/>
                    </a:p>
                  </a:txBody>
                  <a:tcPr>
                    <a:lnT w="9525" cap="flat" cmpd="sng" algn="ctr">
                      <a:solidFill>
                        <a:schemeClr val="bg1">
                          <a:lumMod val="50000"/>
                        </a:schemeClr>
                      </a:solidFill>
                      <a:prstDash val="solid"/>
                      <a:round/>
                      <a:headEnd type="none" w="med" len="med"/>
                      <a:tailEnd type="none" w="med" len="med"/>
                    </a:lnT>
                  </a:tcPr>
                </a:tc>
                <a:tc hMerge="1">
                  <a:txBody>
                    <a:bodyPr/>
                    <a:lstStyle/>
                    <a:p>
                      <a:pPr marL="0" marR="0" lvl="0" indent="0" algn="l" defTabSz="877733" rtl="0" eaLnBrk="1" fontAlgn="auto" latinLnBrk="0" hangingPunct="1">
                        <a:lnSpc>
                          <a:spcPct val="100000"/>
                        </a:lnSpc>
                        <a:spcBef>
                          <a:spcPts val="0"/>
                        </a:spcBef>
                        <a:spcAft>
                          <a:spcPts val="0"/>
                        </a:spcAft>
                        <a:buClrTx/>
                        <a:buSzTx/>
                        <a:buFontTx/>
                        <a:buNone/>
                        <a:tabLst/>
                        <a:defRPr/>
                      </a:pPr>
                      <a:endParaRPr lang="en-GB" sz="1050" i="1" kern="1200">
                        <a:solidFill>
                          <a:schemeClr val="tx2"/>
                        </a:solidFill>
                        <a:effectLst/>
                        <a:latin typeface="+mn-lt"/>
                        <a:ea typeface="+mn-ea"/>
                        <a:cs typeface="+mn-cs"/>
                      </a:endParaRP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7789662"/>
                  </a:ext>
                </a:extLst>
              </a:tr>
              <a:tr h="504089">
                <a:tc>
                  <a:txBody>
                    <a:bodyPr/>
                    <a:lstStyle/>
                    <a:p>
                      <a:r>
                        <a:rPr lang="en-GB" sz="1100" b="1" i="0">
                          <a:solidFill>
                            <a:schemeClr val="tx1"/>
                          </a:solidFill>
                          <a:latin typeface="+mn-lt"/>
                        </a:rPr>
                        <a:t>Benefits</a:t>
                      </a:r>
                    </a:p>
                  </a:txBody>
                  <a:tcPr marL="117031" marR="117031" marT="58533" marB="58533">
                    <a:lnL w="12700" cap="flat" cmpd="sng" algn="ctr">
                      <a:solidFill>
                        <a:schemeClr val="tx1"/>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9">
                  <a:txBody>
                    <a:bodyPr/>
                    <a:lstStyle/>
                    <a:p>
                      <a:pPr marL="0" marR="0" lvl="0" indent="0" algn="l">
                        <a:lnSpc>
                          <a:spcPct val="100000"/>
                        </a:lnSpc>
                        <a:spcBef>
                          <a:spcPts val="0"/>
                        </a:spcBef>
                        <a:spcAft>
                          <a:spcPts val="0"/>
                        </a:spcAft>
                        <a:buNone/>
                      </a:pPr>
                      <a:r>
                        <a:rPr lang="en-GB" sz="1050" i="1" kern="1200">
                          <a:solidFill>
                            <a:schemeClr val="tx2"/>
                          </a:solidFill>
                          <a:effectLst/>
                          <a:latin typeface="+mn-lt"/>
                          <a:ea typeface="+mn-ea"/>
                          <a:cs typeface="+mn-cs"/>
                        </a:rPr>
                        <a:t>This will enable Wifi7 project to continue on agreed timelines and hit October deadline and successfully provision the new Hubs delivered by the project.</a:t>
                      </a: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US"/>
                    </a:p>
                  </a:txBody>
                  <a:tcPr/>
                </a:tc>
                <a:tc hMerge="1">
                  <a:txBody>
                    <a:bodyPr/>
                    <a:lstStyle/>
                    <a:p>
                      <a:pPr marL="0" marR="0" lvl="0" indent="0" algn="l" defTabSz="877996" rtl="0" eaLnBrk="1" fontAlgn="auto" latinLnBrk="0" hangingPunct="1">
                        <a:lnSpc>
                          <a:spcPct val="100000"/>
                        </a:lnSpc>
                        <a:spcBef>
                          <a:spcPts val="0"/>
                        </a:spcBef>
                        <a:spcAft>
                          <a:spcPts val="0"/>
                        </a:spcAft>
                        <a:buClrTx/>
                        <a:buSzTx/>
                        <a:buFontTx/>
                        <a:buNone/>
                      </a:pPr>
                      <a:endParaRPr lang="en-GB" sz="1050" i="1" kern="1200">
                        <a:solidFill>
                          <a:schemeClr val="tx2"/>
                        </a:solidFill>
                        <a:effectLst/>
                        <a:latin typeface="+mn-lt"/>
                        <a:ea typeface="+mn-ea"/>
                        <a:cs typeface="+mn-cs"/>
                      </a:endParaRP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7585212"/>
                  </a:ext>
                </a:extLst>
              </a:tr>
              <a:tr h="532596">
                <a:tc>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100" b="1">
                          <a:solidFill>
                            <a:schemeClr val="tx1"/>
                          </a:solidFill>
                          <a:latin typeface="+mn-lt"/>
                        </a:rPr>
                        <a:t>Impact of not doing</a:t>
                      </a:r>
                      <a:endParaRPr lang="en-GB" sz="1100">
                        <a:solidFill>
                          <a:schemeClr val="tx1"/>
                        </a:solidFill>
                        <a:latin typeface="+mn-lt"/>
                      </a:endParaRPr>
                    </a:p>
                    <a:p>
                      <a:endParaRPr lang="en-GB" sz="1100" b="1" i="0">
                        <a:solidFill>
                          <a:schemeClr val="tx1"/>
                        </a:solidFill>
                        <a:latin typeface="+mn-lt"/>
                      </a:endParaRPr>
                    </a:p>
                  </a:txBody>
                  <a:tcPr marL="117031" marR="117031" marT="58533" marB="58533">
                    <a:lnL w="12700" cap="flat" cmpd="sng" algn="ctr">
                      <a:solidFill>
                        <a:schemeClr val="tx1"/>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9">
                  <a:txBody>
                    <a:bodyPr/>
                    <a:lstStyle/>
                    <a:p>
                      <a:pPr marL="0" marR="0" lvl="0" indent="0" algn="l">
                        <a:lnSpc>
                          <a:spcPct val="100000"/>
                        </a:lnSpc>
                        <a:spcBef>
                          <a:spcPts val="0"/>
                        </a:spcBef>
                        <a:spcAft>
                          <a:spcPts val="0"/>
                        </a:spcAft>
                        <a:buNone/>
                      </a:pPr>
                      <a:r>
                        <a:rPr lang="en-GB" sz="1100" b="0" i="1" u="none" strike="noStrike" kern="1200" noProof="0">
                          <a:solidFill>
                            <a:srgbClr val="000000"/>
                          </a:solidFill>
                          <a:effectLst/>
                        </a:rPr>
                        <a:t>New devices need to have their serial numbers validated to ensure they are unique and those devices need to be added to the </a:t>
                      </a:r>
                      <a:r>
                        <a:rPr lang="en-GB" sz="1100" b="0" i="1" u="none" strike="noStrike" kern="1200" noProof="0" err="1">
                          <a:solidFill>
                            <a:srgbClr val="000000"/>
                          </a:solidFill>
                          <a:effectLst/>
                        </a:rPr>
                        <a:t>equipDB</a:t>
                      </a:r>
                      <a:r>
                        <a:rPr lang="en-GB" sz="1100" b="0" i="1" u="none" strike="noStrike" kern="1200" noProof="0">
                          <a:solidFill>
                            <a:srgbClr val="000000"/>
                          </a:solidFill>
                          <a:effectLst/>
                        </a:rPr>
                        <a:t> otherwise provisioning of these devices will fail. This will block Wifi7 project. </a:t>
                      </a:r>
                      <a:endParaRPr lang="en-GB" sz="1050" i="1" kern="1200">
                        <a:solidFill>
                          <a:schemeClr val="tx2"/>
                        </a:solidFill>
                        <a:effectLst/>
                        <a:latin typeface="+mn-lt"/>
                        <a:ea typeface="+mn-ea"/>
                        <a:cs typeface="+mn-cs"/>
                      </a:endParaRP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tcPr>
                </a:tc>
                <a:tc hMerge="1">
                  <a:txBody>
                    <a:bodyPr/>
                    <a:lstStyle/>
                    <a:p>
                      <a:endParaRPr lang="en-GB"/>
                    </a:p>
                  </a:txBody>
                  <a:tcPr/>
                </a:tc>
                <a:tc hMerge="1">
                  <a:txBody>
                    <a:bodyPr/>
                    <a:lstStyle/>
                    <a:p>
                      <a:endParaRPr lang="en-GB"/>
                    </a:p>
                  </a:txBody>
                  <a:tcPr/>
                </a:tc>
                <a:tc hMerge="1">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endParaRPr lang="en-GB" sz="1050" i="1" kern="1200">
                        <a:solidFill>
                          <a:schemeClr val="tx2"/>
                        </a:solidFill>
                        <a:effectLst/>
                        <a:latin typeface="+mn-lt"/>
                        <a:ea typeface="+mn-ea"/>
                        <a:cs typeface="+mn-cs"/>
                      </a:endParaRP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8210536"/>
                  </a:ext>
                </a:extLst>
              </a:tr>
              <a:tr h="527701">
                <a:tc>
                  <a:txBody>
                    <a:bodyPr/>
                    <a:lstStyle/>
                    <a:p>
                      <a:r>
                        <a:rPr lang="en-GB" sz="1100" b="1" i="0">
                          <a:solidFill>
                            <a:schemeClr val="tx1"/>
                          </a:solidFill>
                          <a:latin typeface="+mn-lt"/>
                        </a:rPr>
                        <a:t>Does this project require a migration? </a:t>
                      </a:r>
                    </a:p>
                  </a:txBody>
                  <a:tcPr marL="117031" marR="117031" marT="58533" marB="58533">
                    <a:lnL w="12700" cap="flat" cmpd="sng" algn="ctr">
                      <a:solidFill>
                        <a:schemeClr val="tx1"/>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050" i="1" kern="1200">
                          <a:solidFill>
                            <a:schemeClr val="tx2"/>
                          </a:solidFill>
                          <a:effectLst/>
                          <a:latin typeface="+mn-lt"/>
                          <a:ea typeface="+mn-ea"/>
                          <a:cs typeface="+mn-cs"/>
                        </a:rPr>
                        <a:t>No</a:t>
                      </a: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tc>
                <a:tc hMerge="1">
                  <a:txBody>
                    <a:bodyPr/>
                    <a:lstStyle/>
                    <a:p>
                      <a:endParaRPr lang="en-GB"/>
                    </a:p>
                  </a:txBody>
                  <a:tcPr>
                    <a:lnL w="12700" cap="flat" cmpd="sng" algn="ctr">
                      <a:noFill/>
                      <a:prstDash val="solid"/>
                      <a:round/>
                      <a:headEnd type="none" w="med" len="med"/>
                      <a:tailEnd type="none" w="med" len="med"/>
                    </a:lnL>
                  </a:tcPr>
                </a:tc>
                <a:tc gridSpan="2">
                  <a:txBody>
                    <a:bodyPr/>
                    <a:lstStyle/>
                    <a:p>
                      <a:r>
                        <a:rPr lang="en-GB" sz="1100" b="1" kern="1200">
                          <a:solidFill>
                            <a:schemeClr val="tx1"/>
                          </a:solidFill>
                          <a:latin typeface="+mn-lt"/>
                          <a:ea typeface="+mn-ea"/>
                          <a:cs typeface="Calibri"/>
                        </a:rPr>
                        <a:t>What's the volume of migration?</a:t>
                      </a:r>
                    </a:p>
                  </a:txBody>
                  <a:tcPr marL="117031" marR="117031" marT="58533" marB="58533">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GB"/>
                    </a:p>
                  </a:txBody>
                  <a:tcPr/>
                </a:tc>
                <a:tc gridSpan="4">
                  <a:txBody>
                    <a:bodyPr/>
                    <a:lstStyle/>
                    <a:p>
                      <a:pPr marL="0" marR="0" lvl="0" indent="0" algn="l" defTabSz="877733" rtl="0" eaLnBrk="1" fontAlgn="auto" latinLnBrk="0" hangingPunct="1">
                        <a:lnSpc>
                          <a:spcPct val="100000"/>
                        </a:lnSpc>
                        <a:spcBef>
                          <a:spcPts val="0"/>
                        </a:spcBef>
                        <a:spcAft>
                          <a:spcPts val="0"/>
                        </a:spcAft>
                        <a:buClrTx/>
                        <a:buSzTx/>
                        <a:buFontTx/>
                        <a:buNone/>
                        <a:tabLst/>
                        <a:defRPr/>
                      </a:pPr>
                      <a:r>
                        <a:rPr lang="en-GB" sz="1050" kern="1200">
                          <a:solidFill>
                            <a:schemeClr val="tx2"/>
                          </a:solidFill>
                          <a:latin typeface="+mn-lt"/>
                          <a:ea typeface="+mn-ea"/>
                          <a:cs typeface="+mn-cs"/>
                        </a:rPr>
                        <a:t>N/A</a:t>
                      </a:r>
                    </a:p>
                    <a:p>
                      <a:pPr marL="0" marR="0" lvl="0" indent="0" algn="l" defTabSz="877733" rtl="0" eaLnBrk="1" fontAlgn="auto" latinLnBrk="0" hangingPunct="1">
                        <a:lnSpc>
                          <a:spcPct val="100000"/>
                        </a:lnSpc>
                        <a:spcBef>
                          <a:spcPts val="0"/>
                        </a:spcBef>
                        <a:spcAft>
                          <a:spcPts val="0"/>
                        </a:spcAft>
                        <a:buClrTx/>
                        <a:buSzTx/>
                        <a:buFontTx/>
                        <a:buNone/>
                        <a:tabLst/>
                        <a:defRPr/>
                      </a:pPr>
                      <a:endParaRPr lang="en-GB" sz="1050" kern="1200">
                        <a:solidFill>
                          <a:schemeClr val="tx2"/>
                        </a:solidFill>
                        <a:latin typeface="+mn-lt"/>
                        <a:ea typeface="+mn-ea"/>
                        <a:cs typeface="+mn-cs"/>
                      </a:endParaRPr>
                    </a:p>
                  </a:txBody>
                  <a:tcPr marL="117031" marR="117031" marT="58533" marB="5853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tc hMerge="1">
                  <a:txBody>
                    <a:bodyPr/>
                    <a:lstStyle/>
                    <a:p>
                      <a:endParaRPr lang="en-GB"/>
                    </a:p>
                  </a:txBody>
                  <a:tcPr/>
                </a:tc>
                <a:tc hMerge="1">
                  <a:txBody>
                    <a:bodyPr/>
                    <a:lstStyle/>
                    <a:p>
                      <a:pPr marL="0" marR="0" lvl="0" indent="0" algn="l" defTabSz="877733" rtl="0" eaLnBrk="1" fontAlgn="auto" latinLnBrk="0" hangingPunct="1">
                        <a:lnSpc>
                          <a:spcPct val="100000"/>
                        </a:lnSpc>
                        <a:spcBef>
                          <a:spcPts val="0"/>
                        </a:spcBef>
                        <a:spcAft>
                          <a:spcPts val="0"/>
                        </a:spcAft>
                        <a:buClrTx/>
                        <a:buSzTx/>
                        <a:buFontTx/>
                        <a:buNone/>
                        <a:tabLst/>
                        <a:defRPr/>
                      </a:pPr>
                      <a:endParaRPr lang="en-GB" sz="1050" kern="1200">
                        <a:solidFill>
                          <a:schemeClr val="tx2"/>
                        </a:solidFill>
                        <a:latin typeface="+mn-lt"/>
                        <a:ea typeface="+mn-ea"/>
                        <a:cs typeface="+mn-cs"/>
                      </a:endParaRPr>
                    </a:p>
                  </a:txBody>
                  <a:tcPr marL="117031" marR="117031" marT="58533" marB="5853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795929"/>
                  </a:ext>
                </a:extLst>
              </a:tr>
              <a:tr h="527701">
                <a:tc>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100" b="1" i="0">
                          <a:solidFill>
                            <a:schemeClr val="tx1"/>
                          </a:solidFill>
                          <a:latin typeface="+mn-lt"/>
                        </a:rPr>
                        <a:t>What type of customers will be impacted?</a:t>
                      </a:r>
                    </a:p>
                  </a:txBody>
                  <a:tcPr marL="117031" marR="117031" marT="58533" marB="58533">
                    <a:lnL w="12700" cap="flat" cmpd="sng" algn="ctr">
                      <a:solidFill>
                        <a:schemeClr val="tx1"/>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050" i="1" kern="1200">
                          <a:solidFill>
                            <a:schemeClr val="tx2"/>
                          </a:solidFill>
                          <a:effectLst/>
                          <a:latin typeface="+mn-lt"/>
                          <a:ea typeface="+mn-ea"/>
                          <a:cs typeface="+mn-cs"/>
                        </a:rPr>
                        <a:t>Consumer Only </a:t>
                      </a: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tc>
                <a:tc hMerge="1">
                  <a:txBody>
                    <a:bodyPr/>
                    <a:lstStyle/>
                    <a:p>
                      <a:endParaRPr lang="en-GB"/>
                    </a:p>
                  </a:txBody>
                  <a:tcPr>
                    <a:lnL>
                      <a:noFill/>
                    </a:lnL>
                  </a:tcPr>
                </a:tc>
                <a:tc gridSpan="2">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100" b="1" i="0">
                          <a:solidFill>
                            <a:schemeClr val="tx1"/>
                          </a:solidFill>
                          <a:latin typeface="+mn-lt"/>
                        </a:rPr>
                        <a:t>Does this have any CTO Impact?</a:t>
                      </a:r>
                    </a:p>
                  </a:txBody>
                  <a:tcPr marL="117031" marR="117031" marT="58533" marB="58533">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GB"/>
                    </a:p>
                  </a:txBody>
                  <a:tcPr/>
                </a:tc>
                <a:tc gridSpan="4">
                  <a:txBody>
                    <a:bodyPr/>
                    <a:lstStyle/>
                    <a:p>
                      <a:pPr marL="0" marR="0" lvl="0" indent="0" algn="l" defTabSz="877733" rtl="0" eaLnBrk="1" fontAlgn="auto" latinLnBrk="0" hangingPunct="1">
                        <a:lnSpc>
                          <a:spcPct val="100000"/>
                        </a:lnSpc>
                        <a:spcBef>
                          <a:spcPts val="0"/>
                        </a:spcBef>
                        <a:spcAft>
                          <a:spcPts val="0"/>
                        </a:spcAft>
                        <a:buClrTx/>
                        <a:buSzTx/>
                        <a:buFontTx/>
                        <a:buNone/>
                        <a:tabLst/>
                        <a:defRPr/>
                      </a:pPr>
                      <a:r>
                        <a:rPr lang="en-GB" sz="1050" i="1" kern="1200">
                          <a:solidFill>
                            <a:schemeClr val="tx2"/>
                          </a:solidFill>
                          <a:effectLst/>
                          <a:latin typeface="+mn-lt"/>
                          <a:ea typeface="+mn-ea"/>
                          <a:cs typeface="+mn-cs"/>
                        </a:rPr>
                        <a:t>No</a:t>
                      </a:r>
                    </a:p>
                    <a:p>
                      <a:pPr marL="0" marR="0" lvl="0" indent="0" algn="l" defTabSz="877733" rtl="0" eaLnBrk="1" fontAlgn="auto" latinLnBrk="0" hangingPunct="1">
                        <a:lnSpc>
                          <a:spcPct val="100000"/>
                        </a:lnSpc>
                        <a:spcBef>
                          <a:spcPts val="0"/>
                        </a:spcBef>
                        <a:spcAft>
                          <a:spcPts val="0"/>
                        </a:spcAft>
                        <a:buClrTx/>
                        <a:buSzTx/>
                        <a:buFontTx/>
                        <a:buNone/>
                        <a:tabLst/>
                        <a:defRPr/>
                      </a:pPr>
                      <a:endParaRPr lang="en-GB" sz="1050" kern="1200">
                        <a:solidFill>
                          <a:schemeClr val="tx2"/>
                        </a:solidFill>
                        <a:latin typeface="+mn-lt"/>
                        <a:ea typeface="+mn-ea"/>
                        <a:cs typeface="+mn-cs"/>
                      </a:endParaRPr>
                    </a:p>
                  </a:txBody>
                  <a:tcPr marL="117031" marR="117031" marT="58533" marB="5853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748248907"/>
                  </a:ext>
                </a:extLst>
              </a:tr>
              <a:tr h="289042">
                <a:tc rowSpan="4">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r>
                        <a:rPr lang="en-GB" sz="1100" b="1">
                          <a:solidFill>
                            <a:schemeClr val="tx1"/>
                          </a:solidFill>
                          <a:latin typeface="+mn-lt"/>
                        </a:rPr>
                        <a:t>Budget</a:t>
                      </a:r>
                      <a:endParaRPr lang="en-GB" sz="1000" b="0" i="1">
                        <a:solidFill>
                          <a:schemeClr val="tx1"/>
                        </a:solidFill>
                        <a:latin typeface="+mn-lt"/>
                      </a:endParaRPr>
                    </a:p>
                  </a:txBody>
                  <a:tcPr marL="117031" marR="117031" marT="58533" marB="58533">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r>
                        <a:rPr lang="en-GB" sz="1100" b="1" kern="1200">
                          <a:solidFill>
                            <a:schemeClr val="tx1"/>
                          </a:solidFill>
                          <a:latin typeface="+mn-lt"/>
                          <a:ea typeface="+mn-ea"/>
                          <a:cs typeface="+mn-cs"/>
                        </a:rPr>
                        <a:t>Overall Budget: </a:t>
                      </a:r>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2">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r>
                        <a:rPr lang="fr-FR" sz="1100" b="1" kern="1200">
                          <a:solidFill>
                            <a:schemeClr val="tx1"/>
                          </a:solidFill>
                          <a:effectLst/>
                          <a:latin typeface="+mn-lt"/>
                          <a:ea typeface="+mn-ea"/>
                          <a:cs typeface="+mn-cs"/>
                        </a:rPr>
                        <a:t>Budget code or non-</a:t>
                      </a:r>
                      <a:r>
                        <a:rPr lang="fr-FR" sz="1100" b="1" kern="1200" err="1">
                          <a:solidFill>
                            <a:schemeClr val="tx1"/>
                          </a:solidFill>
                          <a:effectLst/>
                          <a:latin typeface="+mn-lt"/>
                          <a:ea typeface="+mn-ea"/>
                          <a:cs typeface="+mn-cs"/>
                        </a:rPr>
                        <a:t>project</a:t>
                      </a:r>
                      <a:r>
                        <a:rPr lang="fr-FR" sz="1100" b="1" kern="1200">
                          <a:solidFill>
                            <a:schemeClr val="tx1"/>
                          </a:solidFill>
                          <a:effectLst/>
                          <a:latin typeface="+mn-lt"/>
                          <a:ea typeface="+mn-ea"/>
                          <a:cs typeface="+mn-cs"/>
                        </a:rPr>
                        <a:t> PJ code:</a:t>
                      </a:r>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GB"/>
                    </a:p>
                  </a:txBody>
                  <a:tcPr>
                    <a:lnL w="9525" cap="flat" cmpd="sng" algn="ctr">
                      <a:noFill/>
                      <a:prstDash val="solid"/>
                      <a:round/>
                      <a:headEnd type="none" w="med" len="med"/>
                      <a:tailEnd type="none" w="med" len="med"/>
                    </a:lnL>
                  </a:tcPr>
                </a:tc>
                <a:tc gridSpan="4">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pPr marL="0" algn="l" defTabSz="877733" rtl="0" eaLnBrk="1" latinLnBrk="0" hangingPunct="1"/>
                      <a:r>
                        <a:rPr lang="en-GB" sz="1100" b="1" kern="1200">
                          <a:solidFill>
                            <a:schemeClr val="tx1"/>
                          </a:solidFill>
                          <a:latin typeface="+mn-lt"/>
                          <a:ea typeface="+mn-ea"/>
                          <a:cs typeface="Calibri"/>
                        </a:rPr>
                        <a:t>Is this initiative aligned to the ESA?</a:t>
                      </a:r>
                    </a:p>
                  </a:txBody>
                  <a:tcPr marL="117031" marR="117031" marT="58533" marB="58533">
                    <a:lnL>
                      <a:noFill/>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GB"/>
                    </a:p>
                  </a:txBody>
                  <a:tcPr/>
                </a:tc>
                <a:tc hMerge="1">
                  <a:txBody>
                    <a:bodyPr/>
                    <a:lstStyle/>
                    <a:p>
                      <a:endParaRPr lang="en-GB"/>
                    </a:p>
                  </a:txBody>
                  <a:tcPr>
                    <a:lnL>
                      <a:noFill/>
                    </a:lnL>
                    <a:lnT w="12700" cap="flat" cmpd="sng" algn="ctr">
                      <a:solidFill>
                        <a:schemeClr val="tx1"/>
                      </a:solidFill>
                      <a:prstDash val="solid"/>
                      <a:round/>
                      <a:headEnd type="none" w="med" len="med"/>
                      <a:tailEnd type="none" w="med" len="med"/>
                    </a:lnT>
                  </a:tcPr>
                </a:tc>
                <a:tc hMerge="1">
                  <a:txBody>
                    <a:bodyPr/>
                    <a:lstStyle/>
                    <a:p>
                      <a:pPr marL="0" algn="l" defTabSz="877733" rtl="0" eaLnBrk="1" latinLnBrk="0" hangingPunct="1"/>
                      <a:endParaRPr lang="en-GB" sz="1100" b="1" kern="1200">
                        <a:solidFill>
                          <a:schemeClr val="tx1"/>
                        </a:solidFill>
                        <a:latin typeface="+mn-lt"/>
                        <a:ea typeface="+mn-ea"/>
                        <a:cs typeface="Calibri"/>
                      </a:endParaRPr>
                    </a:p>
                  </a:txBody>
                  <a:tcPr marL="117031" marR="117031" marT="58533" marB="58533">
                    <a:lnL>
                      <a:noFill/>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2">
                  <a:txBody>
                    <a:bodyPr/>
                    <a:lstStyle/>
                    <a:p>
                      <a:pPr marL="0" algn="l" defTabSz="877733" rtl="0" eaLnBrk="1" latinLnBrk="0" hangingPunct="1"/>
                      <a:r>
                        <a:rPr lang="en-GB" sz="1100" b="1" kern="1200">
                          <a:solidFill>
                            <a:schemeClr val="tx1"/>
                          </a:solidFill>
                          <a:latin typeface="+mn-lt"/>
                          <a:ea typeface="+mn-ea"/>
                          <a:cs typeface="+mn-cs"/>
                        </a:rPr>
                        <a:t>Budget Area &amp; </a:t>
                      </a:r>
                      <a:r>
                        <a:rPr lang="en-GB" sz="1100" b="1" kern="1200" err="1">
                          <a:solidFill>
                            <a:schemeClr val="tx1"/>
                          </a:solidFill>
                          <a:latin typeface="+mn-lt"/>
                          <a:ea typeface="+mn-ea"/>
                          <a:cs typeface="+mn-cs"/>
                        </a:rPr>
                        <a:t>AnaPlan</a:t>
                      </a:r>
                      <a:r>
                        <a:rPr lang="en-GB" sz="1100" b="1" kern="1200">
                          <a:solidFill>
                            <a:schemeClr val="tx1"/>
                          </a:solidFill>
                          <a:latin typeface="+mn-lt"/>
                          <a:ea typeface="+mn-ea"/>
                          <a:cs typeface="+mn-cs"/>
                        </a:rPr>
                        <a:t> ID</a:t>
                      </a:r>
                    </a:p>
                  </a:txBody>
                  <a:tcPr marL="117031" marR="117031" marT="58533" marB="58533">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0" algn="l" defTabSz="877733" rtl="0" eaLnBrk="1" latinLnBrk="0" hangingPunct="1"/>
                      <a:endParaRPr lang="en-GB" sz="1100" b="1" kern="1200">
                        <a:solidFill>
                          <a:schemeClr val="tx1"/>
                        </a:solidFill>
                        <a:latin typeface="+mn-lt"/>
                        <a:ea typeface="+mn-ea"/>
                        <a:cs typeface="+mn-cs"/>
                      </a:endParaRPr>
                    </a:p>
                  </a:txBody>
                  <a:tcPr marL="117031" marR="117031" marT="58533" marB="58533">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928341713"/>
                  </a:ext>
                </a:extLst>
              </a:tr>
              <a:tr h="443763">
                <a:tc vMerge="1">
                  <a:txBody>
                    <a:bodyPr/>
                    <a:lstStyle/>
                    <a:p>
                      <a:endParaRPr lang="en-US"/>
                    </a:p>
                  </a:txBody>
                  <a:tcPr/>
                </a:tc>
                <a:tc>
                  <a:txBody>
                    <a:bodyPr/>
                    <a:lstStyle/>
                    <a:p>
                      <a:pPr marL="0" lvl="0" algn="l" defTabSz="877996" rtl="0" eaLnBrk="1" latinLnBrk="0" hangingPunct="1">
                        <a:buNone/>
                      </a:pPr>
                      <a:r>
                        <a:rPr lang="en-GB" sz="1050" i="1" kern="1200">
                          <a:solidFill>
                            <a:schemeClr val="tx2"/>
                          </a:solidFill>
                          <a:effectLst/>
                          <a:latin typeface="+mn-lt"/>
                          <a:ea typeface="+mn-ea"/>
                          <a:cs typeface="+mn-cs"/>
                        </a:rPr>
                        <a:t>£119,000</a:t>
                      </a:r>
                    </a:p>
                  </a:txBody>
                  <a:tcPr marL="117031" marR="117031" marT="58533" marB="58533">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tcPr>
                </a:tc>
                <a:tc gridSpan="2">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050" i="1" kern="1200">
                          <a:solidFill>
                            <a:schemeClr val="tx2"/>
                          </a:solidFill>
                          <a:effectLst/>
                          <a:latin typeface="+mn-lt"/>
                          <a:ea typeface="+mn-ea"/>
                          <a:cs typeface="+mn-cs"/>
                        </a:rPr>
                        <a:t>TBC</a:t>
                      </a:r>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w="9525" cap="flat" cmpd="sng" algn="ctr">
                      <a:noFill/>
                      <a:prstDash val="solid"/>
                      <a:round/>
                      <a:headEnd type="none" w="med" len="med"/>
                      <a:tailEnd type="none" w="med" len="med"/>
                    </a:lnL>
                  </a:tcPr>
                </a:tc>
                <a:tc gridSpan="4">
                  <a:txBody>
                    <a:bodyPr/>
                    <a:lstStyle/>
                    <a:p>
                      <a:r>
                        <a:rPr lang="en-GB" sz="1100" b="0" kern="1200">
                          <a:solidFill>
                            <a:schemeClr val="tx2"/>
                          </a:solidFill>
                          <a:effectLst/>
                          <a:latin typeface="+mn-lt"/>
                          <a:ea typeface="+mn-ea"/>
                          <a:cs typeface="+mn-cs"/>
                        </a:rPr>
                        <a:t>Yes</a:t>
                      </a:r>
                    </a:p>
                  </a:txBody>
                  <a:tcPr marL="117031" marR="117031" marT="58533" marB="58533">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tcPr>
                </a:tc>
                <a:tc hMerge="1">
                  <a:txBody>
                    <a:bodyPr/>
                    <a:lstStyle/>
                    <a:p>
                      <a:endParaRPr lang="en-GB"/>
                    </a:p>
                  </a:txBody>
                  <a:tcPr/>
                </a:tc>
                <a:tc hMerge="1">
                  <a:txBody>
                    <a:bodyPr/>
                    <a:lstStyle/>
                    <a:p>
                      <a:endParaRPr lang="en-GB"/>
                    </a:p>
                  </a:txBody>
                  <a:tcPr>
                    <a:lnL w="9525" cap="flat" cmpd="sng" algn="ctr">
                      <a:noFill/>
                      <a:prstDash val="solid"/>
                      <a:round/>
                      <a:headEnd type="none" w="med" len="med"/>
                      <a:tailEnd type="none" w="med" len="med"/>
                    </a:lnL>
                  </a:tcPr>
                </a:tc>
                <a:tc hMerge="1">
                  <a:txBody>
                    <a:bodyPr/>
                    <a:lstStyle/>
                    <a:p>
                      <a:endParaRPr lang="en-GB" sz="1100" b="0" kern="1200">
                        <a:solidFill>
                          <a:schemeClr val="tx2"/>
                        </a:solidFill>
                        <a:effectLst/>
                        <a:latin typeface="+mn-lt"/>
                        <a:ea typeface="+mn-ea"/>
                        <a:cs typeface="+mn-cs"/>
                      </a:endParaRPr>
                    </a:p>
                  </a:txBody>
                  <a:tcPr marL="117031" marR="117031" marT="58533" marB="58533">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tcPr>
                </a:tc>
                <a:tc gridSpan="2">
                  <a:txBody>
                    <a:bodyPr/>
                    <a:lstStyle/>
                    <a:p>
                      <a:r>
                        <a:rPr lang="en-GB" sz="1050" i="1" kern="1200">
                          <a:solidFill>
                            <a:schemeClr val="tx2"/>
                          </a:solidFill>
                          <a:effectLst/>
                          <a:latin typeface="+mn-lt"/>
                          <a:ea typeface="+mn-ea"/>
                          <a:cs typeface="+mn-cs"/>
                        </a:rPr>
                        <a:t>CIO</a:t>
                      </a:r>
                    </a:p>
                    <a:p>
                      <a:endParaRPr lang="en-GB" sz="1050" i="1" kern="1200">
                        <a:solidFill>
                          <a:schemeClr val="tx2"/>
                        </a:solidFill>
                        <a:effectLst/>
                        <a:latin typeface="+mn-lt"/>
                        <a:ea typeface="+mn-ea"/>
                        <a:cs typeface="+mn-cs"/>
                      </a:endParaRPr>
                    </a:p>
                  </a:txBody>
                  <a:tcPr marL="117031" marR="117031" marT="58533" marB="58533">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sz="1100">
                        <a:solidFill>
                          <a:schemeClr val="tx2"/>
                        </a:solidFill>
                        <a:latin typeface="+mn-lt"/>
                      </a:endParaRP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tcPr>
                </a:tc>
                <a:extLst>
                  <a:ext uri="{0D108BD9-81ED-4DB2-BD59-A6C34878D82A}">
                    <a16:rowId xmlns:a16="http://schemas.microsoft.com/office/drawing/2014/main" val="3946125282"/>
                  </a:ext>
                </a:extLst>
              </a:tr>
              <a:tr h="459236">
                <a:tc vMerge="1">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endParaRPr lang="en-GB" sz="1200" b="0">
                        <a:solidFill>
                          <a:schemeClr val="tx2"/>
                        </a:solidFill>
                      </a:endParaRPr>
                    </a:p>
                  </a:txBody>
                  <a:tcPr marL="117031" marR="117031" marT="58533" marB="58533">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r>
                        <a:rPr lang="en-GB" sz="1100" b="1" kern="1200">
                          <a:solidFill>
                            <a:schemeClr val="tx1"/>
                          </a:solidFill>
                          <a:latin typeface="+mn-lt"/>
                          <a:ea typeface="+mn-ea"/>
                          <a:cs typeface="+mn-cs"/>
                        </a:rPr>
                        <a:t>Does this initiative have a business case? </a:t>
                      </a:r>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2">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r>
                        <a:rPr lang="en-GB" sz="1100" b="1" kern="1200">
                          <a:solidFill>
                            <a:schemeClr val="tx1"/>
                          </a:solidFill>
                          <a:latin typeface="+mn-lt"/>
                          <a:ea typeface="+mn-ea"/>
                          <a:cs typeface="+mn-cs"/>
                        </a:rPr>
                        <a:t>Has this initiative been to IC?</a:t>
                      </a:r>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lumMod val="20000"/>
                        <a:lumOff val="80000"/>
                      </a:schemeClr>
                    </a:solidFill>
                  </a:tcPr>
                </a:tc>
                <a:tc hMerge="1">
                  <a:txBody>
                    <a:bodyPr/>
                    <a:lstStyle/>
                    <a:p>
                      <a:endParaRPr lang="en-GB"/>
                    </a:p>
                  </a:txBody>
                  <a:tcPr>
                    <a:lnL w="9525" cap="flat" cmpd="sng" algn="ctr">
                      <a:noFill/>
                      <a:prstDash val="solid"/>
                      <a:round/>
                      <a:headEnd type="none" w="med" len="med"/>
                      <a:tailEnd type="none" w="med" len="med"/>
                    </a:lnL>
                  </a:tcPr>
                </a:tc>
                <a:tc gridSpan="4">
                  <a:txBody>
                    <a:bodyPr/>
                    <a:lstStyle>
                      <a:lvl1pPr marL="0" algn="l" defTabSz="877733" rtl="0" eaLnBrk="1" latinLnBrk="0" hangingPunct="1">
                        <a:defRPr sz="1728" kern="1200">
                          <a:solidFill>
                            <a:schemeClr val="dk1"/>
                          </a:solidFill>
                          <a:latin typeface="Arial" panose="020B0604020202020204"/>
                        </a:defRPr>
                      </a:lvl1pPr>
                      <a:lvl2pPr marL="438866" algn="l" defTabSz="877733" rtl="0" eaLnBrk="1" latinLnBrk="0" hangingPunct="1">
                        <a:defRPr sz="1728" kern="1200">
                          <a:solidFill>
                            <a:schemeClr val="dk1"/>
                          </a:solidFill>
                          <a:latin typeface="Arial" panose="020B0604020202020204"/>
                        </a:defRPr>
                      </a:lvl2pPr>
                      <a:lvl3pPr marL="877733" algn="l" defTabSz="877733" rtl="0" eaLnBrk="1" latinLnBrk="0" hangingPunct="1">
                        <a:defRPr sz="1728" kern="1200">
                          <a:solidFill>
                            <a:schemeClr val="dk1"/>
                          </a:solidFill>
                          <a:latin typeface="Arial" panose="020B0604020202020204"/>
                        </a:defRPr>
                      </a:lvl3pPr>
                      <a:lvl4pPr marL="1316599" algn="l" defTabSz="877733" rtl="0" eaLnBrk="1" latinLnBrk="0" hangingPunct="1">
                        <a:defRPr sz="1728" kern="1200">
                          <a:solidFill>
                            <a:schemeClr val="dk1"/>
                          </a:solidFill>
                          <a:latin typeface="Arial" panose="020B0604020202020204"/>
                        </a:defRPr>
                      </a:lvl4pPr>
                      <a:lvl5pPr marL="1755465" algn="l" defTabSz="877733" rtl="0" eaLnBrk="1" latinLnBrk="0" hangingPunct="1">
                        <a:defRPr sz="1728" kern="1200">
                          <a:solidFill>
                            <a:schemeClr val="dk1"/>
                          </a:solidFill>
                          <a:latin typeface="Arial" panose="020B0604020202020204"/>
                        </a:defRPr>
                      </a:lvl5pPr>
                      <a:lvl6pPr marL="2194331" algn="l" defTabSz="877733" rtl="0" eaLnBrk="1" latinLnBrk="0" hangingPunct="1">
                        <a:defRPr sz="1728" kern="1200">
                          <a:solidFill>
                            <a:schemeClr val="dk1"/>
                          </a:solidFill>
                          <a:latin typeface="Arial" panose="020B0604020202020204"/>
                        </a:defRPr>
                      </a:lvl6pPr>
                      <a:lvl7pPr marL="2633198" algn="l" defTabSz="877733" rtl="0" eaLnBrk="1" latinLnBrk="0" hangingPunct="1">
                        <a:defRPr sz="1728" kern="1200">
                          <a:solidFill>
                            <a:schemeClr val="dk1"/>
                          </a:solidFill>
                          <a:latin typeface="Arial" panose="020B0604020202020204"/>
                        </a:defRPr>
                      </a:lvl7pPr>
                      <a:lvl8pPr marL="3072064" algn="l" defTabSz="877733" rtl="0" eaLnBrk="1" latinLnBrk="0" hangingPunct="1">
                        <a:defRPr sz="1728" kern="1200">
                          <a:solidFill>
                            <a:schemeClr val="dk1"/>
                          </a:solidFill>
                          <a:latin typeface="Arial" panose="020B0604020202020204"/>
                        </a:defRPr>
                      </a:lvl8pPr>
                      <a:lvl9pPr marL="3510929" algn="l" defTabSz="877733" rtl="0" eaLnBrk="1" latinLnBrk="0" hangingPunct="1">
                        <a:defRPr sz="1728" kern="1200">
                          <a:solidFill>
                            <a:schemeClr val="dk1"/>
                          </a:solidFill>
                          <a:latin typeface="Arial" panose="020B0604020202020204"/>
                        </a:defRPr>
                      </a:lvl9pPr>
                    </a:lstStyle>
                    <a:p>
                      <a:r>
                        <a:rPr lang="fr-FR" sz="1100" b="1" kern="1200">
                          <a:solidFill>
                            <a:schemeClr val="tx1"/>
                          </a:solidFill>
                          <a:latin typeface="+mn-lt"/>
                          <a:ea typeface="+mn-ea"/>
                          <a:cs typeface="+mn-cs"/>
                        </a:rPr>
                        <a:t>If yes, </a:t>
                      </a:r>
                      <a:r>
                        <a:rPr lang="fr-FR" sz="1100" b="1" kern="1200" err="1">
                          <a:solidFill>
                            <a:schemeClr val="tx1"/>
                          </a:solidFill>
                          <a:latin typeface="+mn-lt"/>
                          <a:ea typeface="+mn-ea"/>
                          <a:cs typeface="+mn-cs"/>
                        </a:rPr>
                        <a:t>is</a:t>
                      </a:r>
                      <a:r>
                        <a:rPr lang="fr-FR" sz="1100" b="1" kern="1200">
                          <a:solidFill>
                            <a:schemeClr val="tx1"/>
                          </a:solidFill>
                          <a:latin typeface="+mn-lt"/>
                          <a:ea typeface="+mn-ea"/>
                          <a:cs typeface="+mn-cs"/>
                        </a:rPr>
                        <a:t> </a:t>
                      </a:r>
                      <a:r>
                        <a:rPr lang="fr-FR" sz="1100" b="1" kern="1200" err="1">
                          <a:solidFill>
                            <a:schemeClr val="tx1"/>
                          </a:solidFill>
                          <a:latin typeface="+mn-lt"/>
                          <a:ea typeface="+mn-ea"/>
                          <a:cs typeface="+mn-cs"/>
                        </a:rPr>
                        <a:t>funding</a:t>
                      </a:r>
                      <a:r>
                        <a:rPr lang="fr-FR" sz="1100" b="1" kern="1200">
                          <a:solidFill>
                            <a:schemeClr val="tx1"/>
                          </a:solidFill>
                          <a:latin typeface="+mn-lt"/>
                          <a:ea typeface="+mn-ea"/>
                          <a:cs typeface="+mn-cs"/>
                        </a:rPr>
                        <a:t> </a:t>
                      </a:r>
                      <a:r>
                        <a:rPr lang="fr-FR" sz="1100" b="1" kern="1200" err="1">
                          <a:solidFill>
                            <a:schemeClr val="tx1"/>
                          </a:solidFill>
                          <a:latin typeface="+mn-lt"/>
                          <a:ea typeface="+mn-ea"/>
                          <a:cs typeface="+mn-cs"/>
                        </a:rPr>
                        <a:t>released</a:t>
                      </a:r>
                      <a:r>
                        <a:rPr lang="fr-FR" sz="1100" b="1" kern="1200">
                          <a:solidFill>
                            <a:schemeClr val="tx1"/>
                          </a:solidFill>
                          <a:latin typeface="+mn-lt"/>
                          <a:ea typeface="+mn-ea"/>
                          <a:cs typeface="+mn-cs"/>
                        </a:rPr>
                        <a:t>?</a:t>
                      </a:r>
                    </a:p>
                  </a:txBody>
                  <a:tcPr marL="117031" marR="117031" marT="58533" marB="58533">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GB"/>
                    </a:p>
                  </a:txBody>
                  <a:tcPr/>
                </a:tc>
                <a:tc hMerge="1">
                  <a:txBody>
                    <a:bodyPr/>
                    <a:lstStyle/>
                    <a:p>
                      <a:endParaRPr lang="en-GB"/>
                    </a:p>
                  </a:txBody>
                  <a:tcPr>
                    <a:lnL>
                      <a:noFill/>
                    </a:lnL>
                  </a:tcPr>
                </a:tc>
                <a:tc hMerge="1">
                  <a:txBody>
                    <a:bodyPr/>
                    <a:lstStyle/>
                    <a:p>
                      <a:endParaRPr lang="en-GB" sz="1100" b="0">
                        <a:solidFill>
                          <a:schemeClr val="tx1"/>
                        </a:solidFill>
                        <a:latin typeface="+mn-lt"/>
                        <a:cs typeface="Calibri"/>
                      </a:endParaRPr>
                    </a:p>
                  </a:txBody>
                  <a:tcPr marL="117031" marR="117031" marT="58533" marB="58533">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2">
                  <a:txBody>
                    <a:bodyPr/>
                    <a:lstStyle/>
                    <a:p>
                      <a:r>
                        <a:rPr lang="en-GB" sz="1100" b="1">
                          <a:solidFill>
                            <a:schemeClr val="tx1"/>
                          </a:solidFill>
                          <a:latin typeface="+mn-lt"/>
                        </a:rPr>
                        <a:t>Finance Business Partner/Approver</a:t>
                      </a:r>
                    </a:p>
                  </a:txBody>
                  <a:tcPr marL="117031" marR="117031" marT="58533" marB="58533">
                    <a:lnL>
                      <a:noFill/>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GB" sz="1100" b="1">
                        <a:solidFill>
                          <a:schemeClr val="tx1"/>
                        </a:solidFill>
                        <a:latin typeface="+mn-lt"/>
                      </a:endParaRPr>
                    </a:p>
                  </a:txBody>
                  <a:tcPr marL="117031" marR="117031" marT="58533" marB="58533">
                    <a:lnL>
                      <a:noFill/>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039945955"/>
                  </a:ext>
                </a:extLst>
              </a:tr>
              <a:tr h="330724">
                <a:tc vMerge="1">
                  <a:txBody>
                    <a:bodyPr/>
                    <a:lstStyle/>
                    <a:p>
                      <a:endParaRPr lang="en-US"/>
                    </a:p>
                  </a:txBody>
                  <a:tcPr/>
                </a:tc>
                <a:tc>
                  <a:txBody>
                    <a:bodyPr/>
                    <a:lstStyle/>
                    <a:p>
                      <a:r>
                        <a:rPr lang="en-GB" sz="1050" i="1" kern="1200">
                          <a:solidFill>
                            <a:schemeClr val="tx2"/>
                          </a:solidFill>
                          <a:effectLst/>
                          <a:latin typeface="+mn-lt"/>
                          <a:ea typeface="+mn-ea"/>
                          <a:cs typeface="+mn-cs"/>
                        </a:rPr>
                        <a:t>£Value  &amp; state if Capex or </a:t>
                      </a:r>
                      <a:r>
                        <a:rPr lang="en-GB" sz="1050" i="1" kern="1200" err="1">
                          <a:solidFill>
                            <a:schemeClr val="tx2"/>
                          </a:solidFill>
                          <a:effectLst/>
                          <a:latin typeface="+mn-lt"/>
                          <a:ea typeface="+mn-ea"/>
                          <a:cs typeface="+mn-cs"/>
                        </a:rPr>
                        <a:t>Opex</a:t>
                      </a:r>
                      <a:endParaRPr lang="en-GB" sz="1050" i="1" kern="1200">
                        <a:solidFill>
                          <a:schemeClr val="tx2"/>
                        </a:solidFill>
                        <a:effectLst/>
                        <a:latin typeface="+mn-lt"/>
                        <a:ea typeface="+mn-ea"/>
                        <a:cs typeface="+mn-cs"/>
                      </a:endParaRPr>
                    </a:p>
                  </a:txBody>
                  <a:tcPr marL="117031" marR="117031" marT="58533" marB="58533">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050" i="1" kern="1200">
                          <a:solidFill>
                            <a:schemeClr val="tx2"/>
                          </a:solidFill>
                          <a:effectLst/>
                          <a:latin typeface="+mn-lt"/>
                          <a:ea typeface="+mn-ea"/>
                          <a:cs typeface="+mn-cs"/>
                        </a:rPr>
                        <a:t>Yes/No &amp; State IC Date, if Yes</a:t>
                      </a:r>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w="9525" cap="flat" cmpd="sng" algn="ctr">
                      <a:noFill/>
                      <a:prstDash val="solid"/>
                      <a:round/>
                      <a:headEnd type="none" w="med" len="med"/>
                      <a:tailEnd type="none" w="med" len="med"/>
                    </a:lnL>
                  </a:tcPr>
                </a:tc>
                <a:tc gridSpan="4">
                  <a:txBody>
                    <a:bodyPr/>
                    <a:lstStyle/>
                    <a:p>
                      <a:r>
                        <a:rPr lang="en-GB" sz="1050" i="1" kern="1200">
                          <a:solidFill>
                            <a:schemeClr val="tx2"/>
                          </a:solidFill>
                          <a:effectLst/>
                          <a:latin typeface="+mn-lt"/>
                          <a:ea typeface="+mn-ea"/>
                          <a:cs typeface="+mn-cs"/>
                        </a:rPr>
                        <a:t>Yes/No</a:t>
                      </a:r>
                    </a:p>
                  </a:txBody>
                  <a:tcPr marL="117031" marR="117031" marT="58533" marB="58533">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tc>
                <a:tc hMerge="1">
                  <a:txBody>
                    <a:bodyPr/>
                    <a:lstStyle/>
                    <a:p>
                      <a:endParaRPr lang="en-GB"/>
                    </a:p>
                  </a:txBody>
                  <a:tcPr>
                    <a:lnL w="9525" cap="flat" cmpd="sng" algn="ctr">
                      <a:noFill/>
                      <a:prstDash val="solid"/>
                      <a:round/>
                      <a:headEnd type="none" w="med" len="med"/>
                      <a:tailEnd type="none" w="med" len="med"/>
                    </a:lnL>
                  </a:tcPr>
                </a:tc>
                <a:tc hMerge="1">
                  <a:txBody>
                    <a:bodyPr/>
                    <a:lstStyle/>
                    <a:p>
                      <a:endParaRPr lang="en-GB" sz="1050">
                        <a:solidFill>
                          <a:schemeClr val="tx2"/>
                        </a:solidFill>
                        <a:latin typeface="+mn-lt"/>
                      </a:endParaRPr>
                    </a:p>
                  </a:txBody>
                  <a:tcPr marL="117031" marR="117031" marT="58533" marB="58533">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lang="en-GB" sz="1050" i="1" kern="1200">
                          <a:solidFill>
                            <a:schemeClr val="tx2"/>
                          </a:solidFill>
                          <a:effectLst/>
                          <a:latin typeface="+mn-lt"/>
                          <a:ea typeface="+mn-ea"/>
                          <a:cs typeface="+mn-cs"/>
                        </a:rPr>
                        <a:t>Name</a:t>
                      </a:r>
                    </a:p>
                  </a:txBody>
                  <a:tcPr marL="117031" marR="117031" marT="58533" marB="58533">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sz="1050">
                        <a:solidFill>
                          <a:schemeClr val="tx2"/>
                        </a:solidFill>
                        <a:latin typeface="+mn-lt"/>
                      </a:endParaRPr>
                    </a:p>
                  </a:txBody>
                  <a:tcPr marL="117031" marR="117031" marT="58533" marB="58533">
                    <a:lnL w="9525"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9930393"/>
                  </a:ext>
                </a:extLst>
              </a:tr>
              <a:tr h="459236">
                <a:tc rowSpan="2">
                  <a:txBody>
                    <a:bodyPr/>
                    <a:lstStyle/>
                    <a:p>
                      <a:r>
                        <a:rPr lang="en-GB" sz="1100" b="1">
                          <a:solidFill>
                            <a:schemeClr val="tx1"/>
                          </a:solidFill>
                          <a:latin typeface="+mn-lt"/>
                        </a:rPr>
                        <a:t>Stakeholders:</a:t>
                      </a:r>
                    </a:p>
                  </a:txBody>
                  <a:tcPr marL="117031" marR="117031" marT="58533" marB="58533">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GB" sz="1100" b="1" kern="1200">
                          <a:solidFill>
                            <a:schemeClr val="tx1"/>
                          </a:solidFill>
                          <a:effectLst/>
                          <a:latin typeface="+mn-lt"/>
                        </a:rPr>
                        <a:t>Business Owner:</a:t>
                      </a:r>
                      <a:endParaRPr lang="en-GB" sz="1100" b="1" kern="1200">
                        <a:solidFill>
                          <a:schemeClr val="tx1"/>
                        </a:solidFill>
                        <a:effectLst/>
                        <a:latin typeface="+mn-lt"/>
                        <a:ea typeface="+mn-ea"/>
                        <a:cs typeface="+mn-cs"/>
                      </a:endParaRPr>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2">
                  <a:txBody>
                    <a:bodyPr/>
                    <a:lstStyle/>
                    <a:p>
                      <a:r>
                        <a:rPr lang="en-GB" sz="1100" b="1" kern="1200">
                          <a:solidFill>
                            <a:schemeClr val="tx1"/>
                          </a:solidFill>
                          <a:effectLst/>
                          <a:latin typeface="+mn-lt"/>
                        </a:rPr>
                        <a:t>Programme Manger:</a:t>
                      </a:r>
                      <a:endParaRPr lang="en-GB" sz="1100" b="1" kern="1200">
                        <a:solidFill>
                          <a:schemeClr val="tx1"/>
                        </a:solidFill>
                        <a:effectLst/>
                        <a:latin typeface="+mn-lt"/>
                        <a:ea typeface="+mn-ea"/>
                        <a:cs typeface="+mn-cs"/>
                      </a:endParaRPr>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chemeClr val="accent1">
                        <a:lumMod val="20000"/>
                        <a:lumOff val="80000"/>
                      </a:schemeClr>
                    </a:solidFill>
                  </a:tcPr>
                </a:tc>
                <a:tc hMerge="1">
                  <a:txBody>
                    <a:bodyPr/>
                    <a:lstStyle/>
                    <a:p>
                      <a:endParaRPr lang="en-GB"/>
                    </a:p>
                  </a:txBody>
                  <a:tcPr>
                    <a:lnL w="9525" cap="flat" cmpd="sng" algn="ctr">
                      <a:noFill/>
                      <a:prstDash val="solid"/>
                      <a:round/>
                      <a:headEnd type="none" w="med" len="med"/>
                      <a:tailEnd type="none" w="med" len="med"/>
                    </a:lnL>
                  </a:tcPr>
                </a:tc>
                <a:tc gridSpan="4">
                  <a:txBody>
                    <a:bodyPr/>
                    <a:lstStyle/>
                    <a:p>
                      <a:pPr marL="0" marR="0" lvl="0" indent="0" algn="l" defTabSz="877733" rtl="0" eaLnBrk="1" fontAlgn="auto" latinLnBrk="0" hangingPunct="1">
                        <a:lnSpc>
                          <a:spcPct val="100000"/>
                        </a:lnSpc>
                        <a:spcBef>
                          <a:spcPts val="0"/>
                        </a:spcBef>
                        <a:spcAft>
                          <a:spcPts val="0"/>
                        </a:spcAft>
                        <a:buClrTx/>
                        <a:buSzTx/>
                        <a:buFontTx/>
                        <a:buNone/>
                        <a:tabLst/>
                        <a:defRPr/>
                      </a:pPr>
                      <a:r>
                        <a:rPr lang="en-GB" sz="1100" b="1">
                          <a:solidFill>
                            <a:schemeClr val="tx1"/>
                          </a:solidFill>
                          <a:latin typeface="+mn-lt"/>
                        </a:rPr>
                        <a:t>Would you like our assistance in providing a PM?</a:t>
                      </a:r>
                    </a:p>
                  </a:txBody>
                  <a:tcPr marL="117031" marR="117031" marT="58533" marB="58533">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GB"/>
                    </a:p>
                  </a:txBody>
                  <a:tcPr/>
                </a:tc>
                <a:tc hMerge="1">
                  <a:txBody>
                    <a:bodyPr/>
                    <a:lstStyle/>
                    <a:p>
                      <a:endParaRPr lang="en-GB"/>
                    </a:p>
                  </a:txBody>
                  <a:tcPr>
                    <a:lnL w="12700" cap="flat" cmpd="sng" algn="ctr">
                      <a:noFill/>
                      <a:prstDash val="solid"/>
                      <a:round/>
                      <a:headEnd type="none" w="med" len="med"/>
                      <a:tailEnd type="none" w="med" len="med"/>
                    </a:lnL>
                  </a:tcPr>
                </a:tc>
                <a:tc hMerge="1">
                  <a:txBody>
                    <a:bodyPr/>
                    <a:lstStyle/>
                    <a:p>
                      <a:pPr marL="0" marR="0" lvl="0" indent="0" algn="l" defTabSz="877733" rtl="0" eaLnBrk="1" fontAlgn="auto" latinLnBrk="0" hangingPunct="1">
                        <a:lnSpc>
                          <a:spcPct val="100000"/>
                        </a:lnSpc>
                        <a:spcBef>
                          <a:spcPts val="0"/>
                        </a:spcBef>
                        <a:spcAft>
                          <a:spcPts val="0"/>
                        </a:spcAft>
                        <a:buClrTx/>
                        <a:buSzTx/>
                        <a:buFontTx/>
                        <a:buNone/>
                        <a:tabLst/>
                        <a:defRPr/>
                      </a:pPr>
                      <a:endParaRPr lang="en-GB" sz="1100" b="1">
                        <a:solidFill>
                          <a:schemeClr val="tx1"/>
                        </a:solidFill>
                        <a:latin typeface="+mn-lt"/>
                      </a:endParaRPr>
                    </a:p>
                  </a:txBody>
                  <a:tcPr marL="117031" marR="117031" marT="58533" marB="585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chemeClr val="accent1">
                        <a:lumMod val="20000"/>
                        <a:lumOff val="80000"/>
                      </a:schemeClr>
                    </a:solidFill>
                  </a:tcPr>
                </a:tc>
                <a:tc gridSpan="2">
                  <a:txBody>
                    <a:bodyPr/>
                    <a:lstStyle/>
                    <a:p>
                      <a:pPr marL="0" marR="0" lvl="0" indent="0" algn="l" defTabSz="877733" rtl="0" eaLnBrk="1" fontAlgn="auto" latinLnBrk="0" hangingPunct="1">
                        <a:lnSpc>
                          <a:spcPct val="100000"/>
                        </a:lnSpc>
                        <a:spcBef>
                          <a:spcPts val="0"/>
                        </a:spcBef>
                        <a:spcAft>
                          <a:spcPts val="0"/>
                        </a:spcAft>
                        <a:buClrTx/>
                        <a:buSzTx/>
                        <a:buFontTx/>
                        <a:buNone/>
                        <a:tabLst/>
                        <a:defRPr/>
                      </a:pPr>
                      <a:r>
                        <a:rPr lang="en-GB" sz="1100" b="1">
                          <a:solidFill>
                            <a:schemeClr val="tx1"/>
                          </a:solidFill>
                          <a:latin typeface="+mn-lt"/>
                        </a:rPr>
                        <a:t>Would you like our assistance in providing any other resource?</a:t>
                      </a:r>
                    </a:p>
                  </a:txBody>
                  <a:tcPr marL="117031" marR="117031" marT="58533" marB="5853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GB" sz="1100" b="1">
                        <a:solidFill>
                          <a:schemeClr val="tx1"/>
                        </a:solidFill>
                        <a:latin typeface="+mn-lt"/>
                      </a:endParaRPr>
                    </a:p>
                  </a:txBody>
                  <a:tcPr marL="117031" marR="117031" marT="58533" marB="585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91943799"/>
                  </a:ext>
                </a:extLst>
              </a:tr>
              <a:tr h="459236">
                <a:tc vMerge="1">
                  <a:txBody>
                    <a:bodyPr/>
                    <a:lstStyle/>
                    <a:p>
                      <a:endParaRPr lang="en-US"/>
                    </a:p>
                  </a:txBody>
                  <a:tcPr/>
                </a:tc>
                <a:tc>
                  <a:txBody>
                    <a:bodyPr/>
                    <a:lstStyle/>
                    <a:p>
                      <a:r>
                        <a:rPr lang="en-GB" sz="1050">
                          <a:solidFill>
                            <a:schemeClr val="tx2"/>
                          </a:solidFill>
                          <a:latin typeface="+mn-lt"/>
                        </a:rPr>
                        <a:t>Gareth Lister</a:t>
                      </a:r>
                    </a:p>
                  </a:txBody>
                  <a:tcPr marL="117031" marR="117031" marT="58533" marB="58533">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lvl="0" indent="0" algn="l">
                        <a:lnSpc>
                          <a:spcPct val="100000"/>
                        </a:lnSpc>
                        <a:buNone/>
                      </a:pPr>
                      <a:r>
                        <a:rPr lang="en-GB" sz="1100" b="0" i="0" u="none" strike="noStrike" baseline="0" noProof="0">
                          <a:solidFill>
                            <a:srgbClr val="000000"/>
                          </a:solidFill>
                          <a:latin typeface="Aeonik Pro"/>
                          <a:cs typeface="Segoe UI"/>
                        </a:rPr>
                        <a:t>Giridhar Mamidanna</a:t>
                      </a:r>
                      <a:endParaRPr lang="en-US"/>
                    </a:p>
                  </a:txBody>
                  <a:tcPr marL="117031" marR="117031" marT="58533" marB="58533">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w="9525" cap="flat" cmpd="sng" algn="ctr">
                      <a:noFill/>
                      <a:prstDash val="solid"/>
                      <a:round/>
                      <a:headEnd type="none" w="med" len="med"/>
                      <a:tailEnd type="none" w="med" len="med"/>
                    </a:lnL>
                  </a:tcPr>
                </a:tc>
                <a:tc gridSpan="4">
                  <a:txBody>
                    <a:bodyPr/>
                    <a:lstStyle/>
                    <a:p>
                      <a:r>
                        <a:rPr lang="en-GB" sz="1100" i="1" kern="1200">
                          <a:solidFill>
                            <a:schemeClr val="tx2"/>
                          </a:solidFill>
                          <a:effectLst/>
                          <a:latin typeface="+mn-lt"/>
                          <a:ea typeface="+mn-ea"/>
                          <a:cs typeface="+mn-cs"/>
                        </a:rPr>
                        <a:t>Yes</a:t>
                      </a:r>
                    </a:p>
                  </a:txBody>
                  <a:tcPr marL="117031" marR="117031" marT="58533" marB="58533">
                    <a:lnL>
                      <a:noFill/>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tc hMerge="1">
                  <a:txBody>
                    <a:bodyPr/>
                    <a:lstStyle/>
                    <a:p>
                      <a:endParaRPr lang="en-GB"/>
                    </a:p>
                  </a:txBody>
                  <a:tcPr>
                    <a:lnL>
                      <a:noFill/>
                    </a:lnL>
                  </a:tcPr>
                </a:tc>
                <a:tc hMerge="1">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endParaRPr lang="en-GB" sz="1100">
                        <a:solidFill>
                          <a:schemeClr val="tx2"/>
                        </a:solidFill>
                        <a:latin typeface="+mn-lt"/>
                      </a:endParaRPr>
                    </a:p>
                  </a:txBody>
                  <a:tcPr marL="117031" marR="117031" marT="58533" marB="58533">
                    <a:lnL>
                      <a:noFill/>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100" i="1" kern="1200">
                          <a:solidFill>
                            <a:schemeClr val="tx2"/>
                          </a:solidFill>
                          <a:effectLst/>
                          <a:latin typeface="+mn-lt"/>
                          <a:ea typeface="+mn-ea"/>
                          <a:cs typeface="+mn-cs"/>
                        </a:rPr>
                        <a:t>TBD</a:t>
                      </a:r>
                    </a:p>
                    <a:p>
                      <a:endParaRPr lang="en-GB" sz="1100">
                        <a:solidFill>
                          <a:schemeClr val="tx2"/>
                        </a:solidFill>
                        <a:latin typeface="+mn-lt"/>
                      </a:endParaRPr>
                    </a:p>
                  </a:txBody>
                  <a:tcPr marL="117031" marR="117031" marT="58533" marB="58533">
                    <a:lnL>
                      <a:noFill/>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sz="1100">
                        <a:solidFill>
                          <a:schemeClr val="tx2"/>
                        </a:solidFill>
                        <a:latin typeface="+mn-lt"/>
                      </a:endParaRPr>
                    </a:p>
                  </a:txBody>
                  <a:tcPr marL="117031" marR="117031" marT="58533" marB="58533">
                    <a:lnL>
                      <a:noFill/>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8083137"/>
                  </a:ext>
                </a:extLst>
              </a:tr>
            </a:tbl>
          </a:graphicData>
        </a:graphic>
      </p:graphicFrame>
    </p:spTree>
    <p:extLst>
      <p:ext uri="{BB962C8B-B14F-4D97-AF65-F5344CB8AC3E}">
        <p14:creationId xmlns:p14="http://schemas.microsoft.com/office/powerpoint/2010/main" val="287832272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5BF71-FFC3-785F-811E-6BDA69C1353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2BB1D50-4724-A36F-1F48-BE45C1CAF345}"/>
              </a:ext>
            </a:extLst>
          </p:cNvPr>
          <p:cNvSpPr>
            <a:spLocks noGrp="1"/>
          </p:cNvSpPr>
          <p:nvPr>
            <p:ph type="ftr" sz="quarter" idx="18"/>
          </p:nvPr>
        </p:nvSpPr>
        <p:spPr/>
        <p:txBody>
          <a:bodyPr/>
          <a:lstStyle/>
          <a:p>
            <a:r>
              <a:rPr lang="en-US"/>
              <a:t>Insert &gt; Header &amp; Footer &gt; *Edit footer &gt; Apply to All</a:t>
            </a:r>
          </a:p>
        </p:txBody>
      </p:sp>
      <p:sp>
        <p:nvSpPr>
          <p:cNvPr id="5" name="Slide Number Placeholder 4">
            <a:extLst>
              <a:ext uri="{FF2B5EF4-FFF2-40B4-BE49-F238E27FC236}">
                <a16:creationId xmlns:a16="http://schemas.microsoft.com/office/drawing/2014/main" id="{5FAF1F50-5C90-D728-5D1F-00AABC9FE3AD}"/>
              </a:ext>
            </a:extLst>
          </p:cNvPr>
          <p:cNvSpPr>
            <a:spLocks noGrp="1"/>
          </p:cNvSpPr>
          <p:nvPr>
            <p:ph type="sldNum" sz="quarter" idx="4"/>
          </p:nvPr>
        </p:nvSpPr>
        <p:spPr/>
        <p:txBody>
          <a:bodyPr/>
          <a:lstStyle/>
          <a:p>
            <a:fld id="{8B8CC99B-4448-064C-ACFA-F39475122D2B}" type="slidenum">
              <a:rPr lang="en-GB" smtClean="0"/>
              <a:pPr/>
              <a:t>2</a:t>
            </a:fld>
            <a:endParaRPr lang="en-GB"/>
          </a:p>
        </p:txBody>
      </p:sp>
      <p:sp>
        <p:nvSpPr>
          <p:cNvPr id="3" name="Title 4">
            <a:extLst>
              <a:ext uri="{FF2B5EF4-FFF2-40B4-BE49-F238E27FC236}">
                <a16:creationId xmlns:a16="http://schemas.microsoft.com/office/drawing/2014/main" id="{95D0AB48-E568-D6F2-5AEE-BCB3EE6A8218}"/>
              </a:ext>
            </a:extLst>
          </p:cNvPr>
          <p:cNvSpPr txBox="1">
            <a:spLocks/>
          </p:cNvSpPr>
          <p:nvPr/>
        </p:nvSpPr>
        <p:spPr>
          <a:xfrm>
            <a:off x="305393" y="344603"/>
            <a:ext cx="10589419" cy="526298"/>
          </a:xfrm>
          <a:prstGeom prst="rect">
            <a:avLst/>
          </a:prstGeom>
        </p:spPr>
        <p:txBody>
          <a:bodyPr vert="horz" wrap="square" lIns="0" tIns="0" rIns="0" bIns="0" rtlCol="0" anchor="t" anchorCtr="0">
            <a:spAutoFit/>
          </a:bodyPr>
          <a:lstStyle>
            <a:lvl1pPr algn="l" defTabSz="877996" rtl="0" eaLnBrk="1" latinLnBrk="0" hangingPunct="1">
              <a:lnSpc>
                <a:spcPct val="90000"/>
              </a:lnSpc>
              <a:spcBef>
                <a:spcPct val="0"/>
              </a:spcBef>
              <a:buNone/>
              <a:defRPr sz="2800" b="0" i="0" kern="1200" spc="0">
                <a:solidFill>
                  <a:schemeClr val="tx2"/>
                </a:solidFill>
                <a:latin typeface="Aeonik Pro Medium" panose="020B0603030300000000" pitchFamily="34" charset="0"/>
                <a:ea typeface="Aeonik Pro Medium" panose="020B0603030300000000" pitchFamily="34" charset="0"/>
                <a:cs typeface="Arial" panose="020B0604020202020204" pitchFamily="34" charset="0"/>
              </a:defRPr>
            </a:lvl1pPr>
          </a:lstStyle>
          <a:p>
            <a:r>
              <a:rPr lang="en-US" sz="2000">
                <a:solidFill>
                  <a:schemeClr val="accent2"/>
                </a:solidFill>
                <a:latin typeface="+mn-lt"/>
                <a:ea typeface="+mn-ea"/>
                <a:cs typeface="+mn-cs"/>
              </a:rPr>
              <a:t>Tell us more</a:t>
            </a:r>
            <a:br>
              <a:rPr lang="en-US" sz="1800" i="1"/>
            </a:br>
            <a:r>
              <a:rPr lang="en-US" sz="1800" i="1"/>
              <a:t>(Use this slide to add details  from ‘Requirement Description’ section if required)</a:t>
            </a:r>
          </a:p>
        </p:txBody>
      </p:sp>
      <p:graphicFrame>
        <p:nvGraphicFramePr>
          <p:cNvPr id="6" name="Table 5">
            <a:extLst>
              <a:ext uri="{FF2B5EF4-FFF2-40B4-BE49-F238E27FC236}">
                <a16:creationId xmlns:a16="http://schemas.microsoft.com/office/drawing/2014/main" id="{345E9213-5E62-8322-D4AC-48F19F6ED97D}"/>
              </a:ext>
            </a:extLst>
          </p:cNvPr>
          <p:cNvGraphicFramePr>
            <a:graphicFrameLocks noGrp="1"/>
          </p:cNvGraphicFramePr>
          <p:nvPr>
            <p:extLst>
              <p:ext uri="{D42A27DB-BD31-4B8C-83A1-F6EECF244321}">
                <p14:modId xmlns:p14="http://schemas.microsoft.com/office/powerpoint/2010/main" val="2391575774"/>
              </p:ext>
            </p:extLst>
          </p:nvPr>
        </p:nvGraphicFramePr>
        <p:xfrm>
          <a:off x="558005" y="1122756"/>
          <a:ext cx="10432551" cy="4613253"/>
        </p:xfrm>
        <a:graphic>
          <a:graphicData uri="http://schemas.openxmlformats.org/drawingml/2006/table">
            <a:tbl>
              <a:tblPr>
                <a:tableStyleId>{6E25E649-3F16-4E02-A733-19D2CDBF48F0}</a:tableStyleId>
              </a:tblPr>
              <a:tblGrid>
                <a:gridCol w="805916">
                  <a:extLst>
                    <a:ext uri="{9D8B030D-6E8A-4147-A177-3AD203B41FA5}">
                      <a16:colId xmlns:a16="http://schemas.microsoft.com/office/drawing/2014/main" val="473747575"/>
                    </a:ext>
                  </a:extLst>
                </a:gridCol>
                <a:gridCol w="8527504">
                  <a:extLst>
                    <a:ext uri="{9D8B030D-6E8A-4147-A177-3AD203B41FA5}">
                      <a16:colId xmlns:a16="http://schemas.microsoft.com/office/drawing/2014/main" val="1577654269"/>
                    </a:ext>
                  </a:extLst>
                </a:gridCol>
                <a:gridCol w="1099131">
                  <a:extLst>
                    <a:ext uri="{9D8B030D-6E8A-4147-A177-3AD203B41FA5}">
                      <a16:colId xmlns:a16="http://schemas.microsoft.com/office/drawing/2014/main" val="1785404986"/>
                    </a:ext>
                  </a:extLst>
                </a:gridCol>
              </a:tblGrid>
              <a:tr h="651313">
                <a:tc>
                  <a:txBody>
                    <a:bodyPr/>
                    <a:lstStyle/>
                    <a:p>
                      <a:pPr algn="ctr"/>
                      <a:r>
                        <a:rPr lang="en-GB" sz="1000" b="1" kern="100">
                          <a:solidFill>
                            <a:schemeClr val="tx1"/>
                          </a:solidFill>
                          <a:effectLst/>
                          <a:latin typeface="Arial" panose="020B0604020202020204" pitchFamily="34" charset="0"/>
                          <a:cs typeface="Arial" panose="020B0604020202020204" pitchFamily="34" charset="0"/>
                        </a:rPr>
                        <a:t>#</a:t>
                      </a:r>
                      <a:endParaRPr lang="en-GB" sz="1200" b="1"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lang="en-GB" sz="1000" b="1" kern="100">
                          <a:solidFill>
                            <a:schemeClr val="tx1"/>
                          </a:solidFill>
                          <a:effectLst/>
                          <a:latin typeface="Arial"/>
                          <a:cs typeface="Arial"/>
                        </a:rPr>
                        <a:t>Requirement Statement</a:t>
                      </a:r>
                      <a:endParaRPr lang="en-GB" sz="1200" b="1" i="1" kern="100">
                        <a:solidFill>
                          <a:schemeClr val="tx1"/>
                        </a:solidFill>
                        <a:effectLst/>
                        <a:latin typeface="Arial"/>
                        <a:ea typeface="Aptos" panose="020B0004020202020204" pitchFamily="34" charset="0"/>
                        <a:cs typeface="Arial"/>
                      </a:endParaRPr>
                    </a:p>
                  </a:txBody>
                  <a:tcPr marL="66242" marR="66242"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lang="en-GB" sz="1000" b="1" kern="100">
                          <a:solidFill>
                            <a:schemeClr val="tx1"/>
                          </a:solidFill>
                          <a:effectLst/>
                          <a:latin typeface="Arial" panose="020B0604020202020204" pitchFamily="34" charset="0"/>
                          <a:cs typeface="Arial" panose="020B0604020202020204" pitchFamily="34" charset="0"/>
                        </a:rPr>
                        <a:t>Priority</a:t>
                      </a:r>
                      <a:endParaRPr lang="en-GB" sz="1200" b="1" kern="100">
                        <a:solidFill>
                          <a:schemeClr val="tx1"/>
                        </a:solidFill>
                        <a:effectLst/>
                        <a:latin typeface="Arial" panose="020B0604020202020204" pitchFamily="34" charset="0"/>
                        <a:cs typeface="Arial" panose="020B0604020202020204" pitchFamily="34" charset="0"/>
                      </a:endParaRPr>
                    </a:p>
                    <a:p>
                      <a:pPr algn="ctr"/>
                      <a:r>
                        <a:rPr lang="en-GB" sz="1000" b="1" i="1" kern="100">
                          <a:solidFill>
                            <a:schemeClr val="tx1"/>
                          </a:solidFill>
                          <a:effectLst/>
                          <a:latin typeface="Arial"/>
                          <a:cs typeface="Arial"/>
                        </a:rPr>
                        <a:t>[Essential / optional]</a:t>
                      </a:r>
                      <a:endParaRPr lang="en-GB" sz="1200" b="1" i="1" kern="100">
                        <a:solidFill>
                          <a:schemeClr val="tx1"/>
                        </a:solidFill>
                        <a:effectLst/>
                        <a:latin typeface="Arial"/>
                        <a:ea typeface="Aptos" panose="020B0004020202020204" pitchFamily="34" charset="0"/>
                        <a:cs typeface="Arial"/>
                      </a:endParaRPr>
                    </a:p>
                  </a:txBody>
                  <a:tcPr marL="66242" marR="66242"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48240741"/>
                  </a:ext>
                </a:extLst>
              </a:tr>
              <a:tr h="329051">
                <a:tc>
                  <a:txBody>
                    <a:bodyPr/>
                    <a:lstStyle/>
                    <a:p>
                      <a:pPr algn="ctr"/>
                      <a:r>
                        <a:rPr lang="en-GB" sz="1000" kern="100">
                          <a:solidFill>
                            <a:schemeClr val="tx1"/>
                          </a:solidFill>
                          <a:effectLst/>
                          <a:latin typeface="Arial" panose="020B0604020202020204" pitchFamily="34" charset="0"/>
                          <a:cs typeface="Arial" panose="020B0604020202020204" pitchFamily="34" charset="0"/>
                        </a:rPr>
                        <a:t>1</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000" dirty="0"/>
                        <a:t>EDVA Certificates to be supplied by CPE Manufacturer(</a:t>
                      </a:r>
                      <a:r>
                        <a:rPr lang="en-GB" sz="1000" i="1" dirty="0" err="1"/>
                        <a:t>Sagemcom</a:t>
                      </a:r>
                      <a:r>
                        <a:rPr lang="en-GB" sz="1000" dirty="0"/>
                        <a:t>) to CIMS.</a:t>
                      </a:r>
                      <a:endParaRPr lang="en-US" sz="1000" kern="1200" dirty="0">
                        <a:solidFill>
                          <a:schemeClr val="tx1"/>
                        </a:solidFill>
                        <a:latin typeface="+mn-lt"/>
                        <a:ea typeface="+mn-ea"/>
                        <a:cs typeface="+mn-cs"/>
                      </a:endParaRPr>
                    </a:p>
                    <a:p>
                      <a:endParaRPr lang="en-GB" sz="1000" kern="100" dirty="0">
                        <a:solidFill>
                          <a:schemeClr val="tx1"/>
                        </a:solidFill>
                        <a:effectLst/>
                        <a:latin typeface="Arial"/>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r>
                        <a:rPr lang="en-GB" sz="1000" kern="100" dirty="0">
                          <a:solidFill>
                            <a:schemeClr val="tx1"/>
                          </a:solidFill>
                          <a:effectLst/>
                          <a:latin typeface="Arial"/>
                          <a:cs typeface="Arial"/>
                        </a:rPr>
                        <a:t>Essential</a:t>
                      </a: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926125402"/>
                  </a:ext>
                </a:extLst>
              </a:tr>
              <a:tr h="277309">
                <a:tc>
                  <a:txBody>
                    <a:bodyPr/>
                    <a:lstStyle/>
                    <a:p>
                      <a:pPr algn="ctr"/>
                      <a:r>
                        <a:rPr lang="en-GB" sz="1000" kern="100">
                          <a:solidFill>
                            <a:schemeClr val="tx1"/>
                          </a:solidFill>
                          <a:effectLst/>
                          <a:latin typeface="Arial" panose="020B0604020202020204" pitchFamily="34" charset="0"/>
                          <a:ea typeface="Aptos" panose="020B0004020202020204" pitchFamily="34" charset="0"/>
                          <a:cs typeface="Arial" panose="020B0604020202020204" pitchFamily="34" charset="0"/>
                        </a:rPr>
                        <a:t>2</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en-GB" sz="1000" dirty="0"/>
                        <a:t>CIMS to replicate the Sifter functionality [</a:t>
                      </a:r>
                      <a:r>
                        <a:rPr lang="en-GB" sz="1000" i="1" dirty="0" err="1"/>
                        <a:t>e.g</a:t>
                      </a:r>
                      <a:r>
                        <a:rPr lang="en-GB" sz="1000" i="1" dirty="0"/>
                        <a:t> capture the certificates/voice data, validate and save to the backend to enable provisioning</a:t>
                      </a:r>
                      <a:r>
                        <a:rPr lang="en-GB" sz="1000" dirty="0"/>
                        <a:t>]</a:t>
                      </a:r>
                      <a:endParaRPr lang="en-GB" sz="1000" kern="100" dirty="0">
                        <a:solidFill>
                          <a:schemeClr val="tx1"/>
                        </a:solidFill>
                        <a:effectLst/>
                        <a:latin typeface="Arial"/>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r>
                        <a:rPr lang="en-GB" sz="1000" kern="100" dirty="0">
                          <a:solidFill>
                            <a:schemeClr val="tx1"/>
                          </a:solidFill>
                          <a:effectLst/>
                          <a:latin typeface="Arial"/>
                          <a:cs typeface="Arial"/>
                        </a:rPr>
                        <a:t>Essential</a:t>
                      </a: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977570091"/>
                  </a:ext>
                </a:extLst>
              </a:tr>
              <a:tr h="202290">
                <a:tc>
                  <a:txBody>
                    <a:bodyPr/>
                    <a:lstStyle/>
                    <a:p>
                      <a:pPr algn="ctr"/>
                      <a:r>
                        <a:rPr lang="en-GB" sz="1000" kern="100">
                          <a:solidFill>
                            <a:schemeClr val="tx1"/>
                          </a:solidFill>
                          <a:effectLst/>
                          <a:latin typeface="Arial" panose="020B0604020202020204" pitchFamily="34" charset="0"/>
                          <a:cs typeface="Arial" panose="020B0604020202020204" pitchFamily="34" charset="0"/>
                        </a:rPr>
                        <a:t> 3</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r>
                        <a:rPr lang="en-GB" sz="1000" dirty="0"/>
                        <a:t>WS APIGEE, CIMS to build interfaces to connect this journey [</a:t>
                      </a:r>
                      <a:r>
                        <a:rPr lang="en-GB" sz="1000" i="1" dirty="0" err="1"/>
                        <a:t>Sagemcom</a:t>
                      </a:r>
                      <a:r>
                        <a:rPr lang="en-GB" sz="1000" i="1" dirty="0"/>
                        <a:t> -&gt; WSAPIGEE -&gt; CIMS -&gt; </a:t>
                      </a:r>
                      <a:r>
                        <a:rPr lang="en-GB" sz="1000" i="1" dirty="0" err="1"/>
                        <a:t>EquipDB</a:t>
                      </a:r>
                      <a:r>
                        <a:rPr lang="en-GB" sz="1000" dirty="0"/>
                        <a:t>].</a:t>
                      </a:r>
                      <a:endParaRPr lang="en-GB" sz="1000" kern="100" dirty="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r>
                        <a:rPr lang="en-GB" sz="1000" kern="100" dirty="0">
                          <a:solidFill>
                            <a:schemeClr val="tx1"/>
                          </a:solidFill>
                          <a:effectLst/>
                          <a:latin typeface="Arial"/>
                          <a:cs typeface="Arial"/>
                        </a:rPr>
                        <a:t>Essential</a:t>
                      </a: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363891677"/>
                  </a:ext>
                </a:extLst>
              </a:tr>
              <a:tr h="202290">
                <a:tc>
                  <a:txBody>
                    <a:bodyPr/>
                    <a:lstStyle/>
                    <a:p>
                      <a:pPr algn="ctr"/>
                      <a:r>
                        <a:rPr lang="en-GB" sz="1000" kern="100">
                          <a:solidFill>
                            <a:schemeClr val="tx1"/>
                          </a:solidFill>
                          <a:effectLst/>
                          <a:latin typeface="Arial" panose="020B0604020202020204" pitchFamily="34" charset="0"/>
                          <a:cs typeface="Arial" panose="020B0604020202020204" pitchFamily="34" charset="0"/>
                        </a:rPr>
                        <a:t> 4</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endParaRPr lang="en-GB" sz="1200" kern="10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endParaRPr lang="en-GB" sz="1200" kern="10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465262809"/>
                  </a:ext>
                </a:extLst>
              </a:tr>
              <a:tr h="202290">
                <a:tc>
                  <a:txBody>
                    <a:bodyPr/>
                    <a:lstStyle/>
                    <a:p>
                      <a:pPr algn="ctr"/>
                      <a:r>
                        <a:rPr lang="en-GB" sz="1000" kern="100">
                          <a:solidFill>
                            <a:schemeClr val="tx1"/>
                          </a:solidFill>
                          <a:effectLst/>
                          <a:latin typeface="Arial" panose="020B0604020202020204" pitchFamily="34" charset="0"/>
                          <a:cs typeface="Arial" panose="020B0604020202020204" pitchFamily="34" charset="0"/>
                        </a:rPr>
                        <a:t> 5</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endParaRPr lang="en-GB" sz="1200" kern="10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endParaRPr lang="en-GB" sz="1200" kern="10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780797044"/>
                  </a:ext>
                </a:extLst>
              </a:tr>
              <a:tr h="202290">
                <a:tc>
                  <a:txBody>
                    <a:bodyPr/>
                    <a:lstStyle/>
                    <a:p>
                      <a:pPr algn="ctr"/>
                      <a:r>
                        <a:rPr lang="en-GB" sz="1000" kern="100">
                          <a:solidFill>
                            <a:schemeClr val="tx1"/>
                          </a:solidFill>
                          <a:effectLst/>
                          <a:latin typeface="Arial" panose="020B0604020202020204" pitchFamily="34" charset="0"/>
                          <a:cs typeface="Arial" panose="020B0604020202020204" pitchFamily="34" charset="0"/>
                        </a:rPr>
                        <a:t> 6</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endParaRPr lang="en-GB" sz="1200" kern="10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r>
                        <a:rPr lang="en-GB" sz="1000" kern="100">
                          <a:solidFill>
                            <a:schemeClr val="tx1"/>
                          </a:solidFill>
                          <a:effectLst/>
                          <a:latin typeface="Arial" panose="020B0604020202020204" pitchFamily="34" charset="0"/>
                          <a:cs typeface="Arial" panose="020B0604020202020204" pitchFamily="34" charset="0"/>
                        </a:rPr>
                        <a:t> </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408715861"/>
                  </a:ext>
                </a:extLst>
              </a:tr>
              <a:tr h="202290">
                <a:tc>
                  <a:txBody>
                    <a:bodyPr/>
                    <a:lstStyle/>
                    <a:p>
                      <a:pPr algn="ctr"/>
                      <a:r>
                        <a:rPr lang="en-GB" sz="1000" kern="100">
                          <a:solidFill>
                            <a:schemeClr val="tx1"/>
                          </a:solidFill>
                          <a:effectLst/>
                          <a:latin typeface="Arial" panose="020B0604020202020204" pitchFamily="34" charset="0"/>
                          <a:cs typeface="Arial" panose="020B0604020202020204" pitchFamily="34" charset="0"/>
                        </a:rPr>
                        <a:t> 7</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endParaRPr lang="en-GB" sz="1200" kern="100" dirty="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r>
                        <a:rPr lang="en-GB" sz="1000" kern="100">
                          <a:solidFill>
                            <a:schemeClr val="tx1"/>
                          </a:solidFill>
                          <a:effectLst/>
                          <a:latin typeface="Arial" panose="020B0604020202020204" pitchFamily="34" charset="0"/>
                          <a:cs typeface="Arial" panose="020B0604020202020204" pitchFamily="34" charset="0"/>
                        </a:rPr>
                        <a:t> </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91120675"/>
                  </a:ext>
                </a:extLst>
              </a:tr>
              <a:tr h="202290">
                <a:tc>
                  <a:txBody>
                    <a:bodyPr/>
                    <a:lstStyle/>
                    <a:p>
                      <a:pPr algn="ctr"/>
                      <a:r>
                        <a:rPr lang="en-GB" sz="1000" kern="100">
                          <a:solidFill>
                            <a:schemeClr val="tx1"/>
                          </a:solidFill>
                          <a:effectLst/>
                          <a:latin typeface="Arial" panose="020B0604020202020204" pitchFamily="34" charset="0"/>
                          <a:cs typeface="Arial" panose="020B0604020202020204" pitchFamily="34" charset="0"/>
                        </a:rPr>
                        <a:t> 8</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endParaRPr lang="en-GB" sz="1200" kern="10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r>
                        <a:rPr lang="en-GB" sz="1000" kern="100">
                          <a:solidFill>
                            <a:schemeClr val="tx1"/>
                          </a:solidFill>
                          <a:effectLst/>
                          <a:latin typeface="Arial" panose="020B0604020202020204" pitchFamily="34" charset="0"/>
                          <a:cs typeface="Arial" panose="020B0604020202020204" pitchFamily="34" charset="0"/>
                        </a:rPr>
                        <a:t> </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50109780"/>
                  </a:ext>
                </a:extLst>
              </a:tr>
              <a:tr h="202290">
                <a:tc>
                  <a:txBody>
                    <a:bodyPr/>
                    <a:lstStyle/>
                    <a:p>
                      <a:pPr algn="ctr"/>
                      <a:r>
                        <a:rPr lang="en-GB" sz="1000" kern="100">
                          <a:solidFill>
                            <a:schemeClr val="tx1"/>
                          </a:solidFill>
                          <a:effectLst/>
                          <a:latin typeface="Arial" panose="020B0604020202020204" pitchFamily="34" charset="0"/>
                          <a:cs typeface="Arial" panose="020B0604020202020204" pitchFamily="34" charset="0"/>
                        </a:rPr>
                        <a:t> 9</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endParaRPr lang="en-GB" sz="1200" kern="10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r>
                        <a:rPr lang="en-GB" sz="1000" kern="100">
                          <a:solidFill>
                            <a:schemeClr val="tx1"/>
                          </a:solidFill>
                          <a:effectLst/>
                          <a:latin typeface="Arial" panose="020B0604020202020204" pitchFamily="34" charset="0"/>
                          <a:cs typeface="Arial" panose="020B0604020202020204" pitchFamily="34" charset="0"/>
                        </a:rPr>
                        <a:t> </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4114769184"/>
                  </a:ext>
                </a:extLst>
              </a:tr>
              <a:tr h="202290">
                <a:tc>
                  <a:txBody>
                    <a:bodyPr/>
                    <a:lstStyle/>
                    <a:p>
                      <a:pPr algn="ctr"/>
                      <a:r>
                        <a:rPr lang="en-GB" sz="1000" kern="100">
                          <a:solidFill>
                            <a:schemeClr val="tx1"/>
                          </a:solidFill>
                          <a:effectLst/>
                          <a:latin typeface="Arial" panose="020B0604020202020204" pitchFamily="34" charset="0"/>
                          <a:cs typeface="Arial" panose="020B0604020202020204" pitchFamily="34" charset="0"/>
                        </a:rPr>
                        <a:t> 10</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endParaRPr lang="en-GB" sz="1200" kern="100">
                        <a:solidFill>
                          <a:schemeClr val="tx1"/>
                        </a:solidFill>
                        <a:effectLst/>
                        <a:latin typeface="Arial"/>
                        <a:ea typeface="Aptos" panose="020B0004020202020204" pitchFamily="34" charset="0"/>
                        <a:cs typeface="Arial"/>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r>
                        <a:rPr lang="en-GB" sz="1000" kern="100">
                          <a:solidFill>
                            <a:schemeClr val="tx1"/>
                          </a:solidFill>
                          <a:effectLst/>
                          <a:latin typeface="Arial" panose="020B0604020202020204" pitchFamily="34" charset="0"/>
                          <a:cs typeface="Arial" panose="020B0604020202020204" pitchFamily="34" charset="0"/>
                        </a:rPr>
                        <a:t> </a:t>
                      </a:r>
                      <a:endParaRPr lang="en-GB" sz="1200" kern="100">
                        <a:solidFill>
                          <a:schemeClr val="tx1"/>
                        </a:solidFill>
                        <a:effectLst/>
                        <a:latin typeface="Arial" panose="020B0604020202020204" pitchFamily="34" charset="0"/>
                        <a:ea typeface="Aptos" panose="020B0004020202020204" pitchFamily="34" charset="0"/>
                        <a:cs typeface="Arial" panose="020B0604020202020204" pitchFamily="34" charset="0"/>
                      </a:endParaRPr>
                    </a:p>
                  </a:txBody>
                  <a:tcPr marL="66242" marR="66242" marT="0" marB="0">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121154671"/>
                  </a:ext>
                </a:extLst>
              </a:tr>
              <a:tr h="1737260">
                <a:tc>
                  <a:txBody>
                    <a:bodyPr/>
                    <a:lstStyle/>
                    <a:p>
                      <a:pPr algn="ctr"/>
                      <a:r>
                        <a:rPr lang="en-US" sz="1050" b="1"/>
                        <a:t>Any other important detail</a:t>
                      </a:r>
                    </a:p>
                  </a:txBody>
                  <a:tcP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gridSpan="2">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endParaRPr lang="en-US" sz="1050" i="0" dirty="0"/>
                    </a:p>
                    <a:p>
                      <a:pPr marL="0" marR="0" lvl="0" indent="0" algn="l" defTabSz="877996" rtl="0" eaLnBrk="1" fontAlgn="auto" latinLnBrk="0" hangingPunct="1">
                        <a:lnSpc>
                          <a:spcPct val="100000"/>
                        </a:lnSpc>
                        <a:spcBef>
                          <a:spcPts val="0"/>
                        </a:spcBef>
                        <a:spcAft>
                          <a:spcPts val="0"/>
                        </a:spcAft>
                        <a:buClrTx/>
                        <a:buSzTx/>
                        <a:buFontTx/>
                        <a:buNone/>
                        <a:tabLst/>
                        <a:defRPr/>
                      </a:pPr>
                      <a:endParaRPr lang="en-US" sz="1050" i="0" dirty="0"/>
                    </a:p>
                    <a:p>
                      <a:pPr marL="0" marR="0" lvl="0" indent="0" algn="l" defTabSz="877996" rtl="0" eaLnBrk="1" fontAlgn="auto" latinLnBrk="0" hangingPunct="1">
                        <a:lnSpc>
                          <a:spcPct val="100000"/>
                        </a:lnSpc>
                        <a:spcBef>
                          <a:spcPts val="0"/>
                        </a:spcBef>
                        <a:spcAft>
                          <a:spcPts val="0"/>
                        </a:spcAft>
                        <a:buClrTx/>
                        <a:buSzTx/>
                        <a:buFontTx/>
                        <a:buNone/>
                        <a:tabLst/>
                        <a:defRPr/>
                      </a:pPr>
                      <a:endParaRPr lang="en-US" sz="1050" i="0" dirty="0"/>
                    </a:p>
                  </a:txBody>
                  <a:tcP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hMerge="1">
                  <a:txBody>
                    <a:bodyPr/>
                    <a:lstStyle/>
                    <a:p>
                      <a:pPr marL="0" marR="0" lvl="0" indent="0" algn="l" defTabSz="877996"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Aeonik Pro"/>
                        <a:ea typeface="+mn-ea"/>
                        <a:cs typeface="+mn-cs"/>
                      </a:endParaRPr>
                    </a:p>
                  </a:txBody>
                  <a:tcP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949782753"/>
                  </a:ext>
                </a:extLst>
              </a:tr>
            </a:tbl>
          </a:graphicData>
        </a:graphic>
      </p:graphicFrame>
    </p:spTree>
    <p:extLst>
      <p:ext uri="{BB962C8B-B14F-4D97-AF65-F5344CB8AC3E}">
        <p14:creationId xmlns:p14="http://schemas.microsoft.com/office/powerpoint/2010/main" val="2200488176"/>
      </p:ext>
    </p:extLst>
  </p:cSld>
  <p:clrMapOvr>
    <a:masterClrMapping/>
  </p:clrMapOvr>
  <p:transition>
    <p:fade/>
  </p:transition>
</p:sld>
</file>

<file path=ppt/theme/theme1.xml><?xml version="1.0" encoding="utf-8"?>
<a:theme xmlns:a="http://schemas.openxmlformats.org/drawingml/2006/main" name="Virgin Media + O2 Template">
  <a:themeElements>
    <a:clrScheme name="Custom 4">
      <a:dk1>
        <a:srgbClr val="000000"/>
      </a:dk1>
      <a:lt1>
        <a:srgbClr val="FFFFFF"/>
      </a:lt1>
      <a:dk2>
        <a:srgbClr val="000000"/>
      </a:dk2>
      <a:lt2>
        <a:srgbClr val="F7F7F7"/>
      </a:lt2>
      <a:accent1>
        <a:srgbClr val="0019A5"/>
      </a:accent1>
      <a:accent2>
        <a:srgbClr val="E10A0A"/>
      </a:accent2>
      <a:accent3>
        <a:srgbClr val="FF0090"/>
      </a:accent3>
      <a:accent4>
        <a:srgbClr val="FFC548"/>
      </a:accent4>
      <a:accent5>
        <a:srgbClr val="02D16A"/>
      </a:accent5>
      <a:accent6>
        <a:srgbClr val="19ACFF"/>
      </a:accent6>
      <a:hlink>
        <a:srgbClr val="41B9E6"/>
      </a:hlink>
      <a:folHlink>
        <a:srgbClr val="F456E2"/>
      </a:folHlink>
    </a:clrScheme>
    <a:fontScheme name="Custom 23">
      <a:majorFont>
        <a:latin typeface="Aeonik Pro Light"/>
        <a:ea typeface=""/>
        <a:cs typeface=""/>
      </a:majorFont>
      <a:minorFont>
        <a:latin typeface="Aeonik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tx2"/>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0">
          <a:schemeClr val="accent1"/>
        </a:fillRef>
        <a:effectRef idx="0">
          <a:schemeClr val="accent1"/>
        </a:effectRef>
        <a:fontRef idx="minor">
          <a:schemeClr val="tx1"/>
        </a:fontRef>
      </a:style>
    </a:spDef>
    <a:txDef>
      <a:spPr/>
      <a:bodyPr vert="horz" wrap="square" lIns="0" tIns="0" rIns="0" bIns="0" rtlCol="0">
        <a:noAutofit/>
      </a:bodyPr>
      <a:lstStyle>
        <a:defPPr algn="l">
          <a:defRPr smtClean="0"/>
        </a:defPPr>
      </a:lstStyle>
    </a:txDef>
  </a:objectDefaults>
  <a:extraClrSchemeLst/>
  <a:extLst>
    <a:ext uri="{05A4C25C-085E-4340-85A3-A5531E510DB2}">
      <thm15:themeFamily xmlns:thm15="http://schemas.microsoft.com/office/thememl/2012/main" name="VMO2 PPT Template_Jan24" id="{8CBD6423-6D90-EE4F-86C8-7DEEF97CD6EE}" vid="{485756F0-67DD-1844-8836-9CB68C1E04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24C973FFA58942826C17E560B9A89D" ma:contentTypeVersion="16" ma:contentTypeDescription="Create a new document." ma:contentTypeScope="" ma:versionID="74ff9175efd69cdf976ff11ecd467f61">
  <xsd:schema xmlns:xsd="http://www.w3.org/2001/XMLSchema" xmlns:xs="http://www.w3.org/2001/XMLSchema" xmlns:p="http://schemas.microsoft.com/office/2006/metadata/properties" xmlns:ns2="f7a2bfeb-4596-4887-8f0d-b4ce6f969818" xmlns:ns3="14b6f8b2-d363-4288-869b-566df5d0df39" targetNamespace="http://schemas.microsoft.com/office/2006/metadata/properties" ma:root="true" ma:fieldsID="0a71e5f14e5bf316db098f29ad509e42" ns2:_="" ns3:_="">
    <xsd:import namespace="f7a2bfeb-4596-4887-8f0d-b4ce6f969818"/>
    <xsd:import namespace="14b6f8b2-d363-4288-869b-566df5d0df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Portfolio" minOccurs="0"/>
                <xsd:element ref="ns2:DateAdded"/>
                <xsd:element ref="ns2:WPReference_x0028_e_x002e_g_x003a_BEMDE_x0029_"/>
                <xsd:element ref="ns2:Status"/>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a2bfeb-4596-4887-8f0d-b4ce6f9698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Portfolio" ma:index="11" nillable="true" ma:displayName="Portfolio" ma:description="B2B, Consumer, Digital or Technology" ma:format="Dropdown" ma:internalName="Portfolio">
      <xsd:simpleType>
        <xsd:restriction base="dms:Choice">
          <xsd:enumeration value="B2B"/>
          <xsd:enumeration value="Consumer"/>
          <xsd:enumeration value="Digital"/>
          <xsd:enumeration value="Technology"/>
          <xsd:enumeration value="Other"/>
        </xsd:restriction>
      </xsd:simpleType>
    </xsd:element>
    <xsd:element name="DateAdded" ma:index="12" ma:displayName="Date Added" ma:default="[today]" ma:format="DateOnly" ma:internalName="DateAdded">
      <xsd:simpleType>
        <xsd:restriction base="dms:DateTime"/>
      </xsd:simpleType>
    </xsd:element>
    <xsd:element name="WPReference_x0028_e_x002e_g_x003a_BEMDE_x0029_" ma:index="13" ma:displayName="DMA Reference" ma:description="Work Package Reference" ma:format="Dropdown" ma:internalName="WPReference_x0028_e_x002e_g_x003a_BEMDE_x0029_">
      <xsd:simpleType>
        <xsd:restriction base="dms:Text">
          <xsd:maxLength value="25"/>
        </xsd:restriction>
      </xsd:simpleType>
    </xsd:element>
    <xsd:element name="Status" ma:index="14" ma:displayName="Status" ma:format="Dropdown" ma:internalName="Status">
      <xsd:simpleType>
        <xsd:restriction base="dms:Choice">
          <xsd:enumeration value="Open"/>
          <xsd:enumeration value="Closed"/>
          <xsd:enumeration value="Cancelled"/>
          <xsd:enumeration value="On Hold"/>
        </xsd:restrictio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93e50966-3b8a-4923-a606-5fdc3ce40cd8"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4b6f8b2-d363-4288-869b-566df5d0df39"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025a00d4-cfb1-43ea-bac3-f1b570e643b9}" ma:internalName="TaxCatchAll" ma:showField="CatchAllData" ma:web="14b6f8b2-d363-4288-869b-566df5d0df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ortfolio xmlns="f7a2bfeb-4596-4887-8f0d-b4ce6f969818" xsi:nil="true"/>
    <WPReference_x0028_e_x002e_g_x003a_BEMDE_x0029_ xmlns="f7a2bfeb-4596-4887-8f0d-b4ce6f969818"/>
    <Status xmlns="f7a2bfeb-4596-4887-8f0d-b4ce6f969818"/>
    <DateAdded xmlns="f7a2bfeb-4596-4887-8f0d-b4ce6f969818">2026-07-09T15:34:36+00:00</DateAdded>
    <lcf76f155ced4ddcb4097134ff3c332f xmlns="f7a2bfeb-4596-4887-8f0d-b4ce6f969818">
      <Terms xmlns="http://schemas.microsoft.com/office/infopath/2007/PartnerControls"/>
    </lcf76f155ced4ddcb4097134ff3c332f>
    <TaxCatchAll xmlns="14b6f8b2-d363-4288-869b-566df5d0df39" xsi:nil="true"/>
  </documentManagement>
</p:properties>
</file>

<file path=customXml/itemProps1.xml><?xml version="1.0" encoding="utf-8"?>
<ds:datastoreItem xmlns:ds="http://schemas.openxmlformats.org/officeDocument/2006/customXml" ds:itemID="{D1E8C790-E390-4456-907A-1F9653C38C14}"/>
</file>

<file path=customXml/itemProps2.xml><?xml version="1.0" encoding="utf-8"?>
<ds:datastoreItem xmlns:ds="http://schemas.openxmlformats.org/officeDocument/2006/customXml" ds:itemID="{DABCCD66-5ECE-486E-8F68-4AABFDA39F9A}">
  <ds:schemaRefs>
    <ds:schemaRef ds:uri="http://schemas.microsoft.com/sharepoint/v3/contenttype/forms"/>
  </ds:schemaRefs>
</ds:datastoreItem>
</file>

<file path=customXml/itemProps3.xml><?xml version="1.0" encoding="utf-8"?>
<ds:datastoreItem xmlns:ds="http://schemas.openxmlformats.org/officeDocument/2006/customXml" ds:itemID="{2C5ED70F-BD1D-40CE-8A70-B2730886E5A4}">
  <ds:schemaRefs>
    <ds:schemaRef ds:uri="02f8bf10-2cdd-48b0-a96c-337aec0631c2"/>
    <ds:schemaRef ds:uri="bb9d95e8-3946-4f40-bca0-827ecad166b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514</Words>
  <Application>Microsoft Office PowerPoint</Application>
  <PresentationFormat>Custom</PresentationFormat>
  <Paragraphs>78</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Aeonik Light</vt:lpstr>
      <vt:lpstr>Aeonik Pro</vt:lpstr>
      <vt:lpstr>Aeonik Pro Medium</vt:lpstr>
      <vt:lpstr>Arial</vt:lpstr>
      <vt:lpstr>Calibri</vt:lpstr>
      <vt:lpstr>System Font Regular</vt:lpstr>
      <vt:lpstr>Virgin Media + O2 Template</vt:lpstr>
      <vt:lpstr>PowerPoint Presentation</vt:lpstr>
      <vt:lpstr>PowerPoint Presentation</vt:lpstr>
    </vt:vector>
  </TitlesOfParts>
  <Manager/>
  <Company>Virgin Media O2</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
  <dc:creator>Divya.Chib2@virginmediao2.co.uk</dc:creator>
  <cp:keywords/>
  <dc:description/>
  <cp:lastModifiedBy>Lee Grant</cp:lastModifiedBy>
  <cp:revision>2</cp:revision>
  <dcterms:created xsi:type="dcterms:W3CDTF">2020-11-06T22:02:57Z</dcterms:created>
  <dcterms:modified xsi:type="dcterms:W3CDTF">2026-06-02T13:46:30Z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ServerID">
    <vt:lpwstr>5a8bb889-6c23-4641-b004-19a4a00f5cfa</vt:lpwstr>
  </property>
  <property fmtid="{D5CDD505-2E9C-101B-9397-08002B2CF9AE}" pid="3" name="Offisync_UniqueId">
    <vt:lpwstr>155507</vt:lpwstr>
  </property>
  <property fmtid="{D5CDD505-2E9C-101B-9397-08002B2CF9AE}" pid="4" name="Jive_VersionGuid">
    <vt:lpwstr>65d649ca-c25d-4da1-8c38-dc638db1ed0b</vt:lpwstr>
  </property>
  <property fmtid="{D5CDD505-2E9C-101B-9397-08002B2CF9AE}" pid="5" name="Jive_LatestUserAccountName">
    <vt:lpwstr>lucy.matthews@virginmedia.co.uk</vt:lpwstr>
  </property>
  <property fmtid="{D5CDD505-2E9C-101B-9397-08002B2CF9AE}" pid="6" name="Offisync_ProviderInitializationData">
    <vt:lpwstr>https://jive.aa.liberty.biz</vt:lpwstr>
  </property>
  <property fmtid="{D5CDD505-2E9C-101B-9397-08002B2CF9AE}" pid="7" name="Offisync_UpdateToken">
    <vt:lpwstr>1</vt:lpwstr>
  </property>
  <property fmtid="{D5CDD505-2E9C-101B-9397-08002B2CF9AE}" pid="8" name="ContentTypeId">
    <vt:lpwstr>0x010100A624C973FFA58942826C17E560B9A89D</vt:lpwstr>
  </property>
  <property fmtid="{D5CDD505-2E9C-101B-9397-08002B2CF9AE}" pid="9" name="MSIP_Label_d90581af-4115-4512-aab8-8cf1f474dcbe_Enabled">
    <vt:lpwstr>true</vt:lpwstr>
  </property>
  <property fmtid="{D5CDD505-2E9C-101B-9397-08002B2CF9AE}" pid="10" name="MSIP_Label_d90581af-4115-4512-aab8-8cf1f474dcbe_SetDate">
    <vt:lpwstr>2024-04-10T11:04:33Z</vt:lpwstr>
  </property>
  <property fmtid="{D5CDD505-2E9C-101B-9397-08002B2CF9AE}" pid="11" name="MSIP_Label_d90581af-4115-4512-aab8-8cf1f474dcbe_Method">
    <vt:lpwstr>Privileged</vt:lpwstr>
  </property>
  <property fmtid="{D5CDD505-2E9C-101B-9397-08002B2CF9AE}" pid="12" name="MSIP_Label_d90581af-4115-4512-aab8-8cf1f474dcbe_Name">
    <vt:lpwstr>Confidential</vt:lpwstr>
  </property>
  <property fmtid="{D5CDD505-2E9C-101B-9397-08002B2CF9AE}" pid="13" name="MSIP_Label_d90581af-4115-4512-aab8-8cf1f474dcbe_SiteId">
    <vt:lpwstr>3632a834-7ef3-430e-a7a1-8f8554088224</vt:lpwstr>
  </property>
  <property fmtid="{D5CDD505-2E9C-101B-9397-08002B2CF9AE}" pid="14" name="MSIP_Label_d90581af-4115-4512-aab8-8cf1f474dcbe_ActionId">
    <vt:lpwstr>535fcf21-06fc-44e8-910d-b957e03c05d1</vt:lpwstr>
  </property>
  <property fmtid="{D5CDD505-2E9C-101B-9397-08002B2CF9AE}" pid="15" name="MSIP_Label_d90581af-4115-4512-aab8-8cf1f474dcbe_ContentBits">
    <vt:lpwstr>1</vt:lpwstr>
  </property>
  <property fmtid="{D5CDD505-2E9C-101B-9397-08002B2CF9AE}" pid="16" name="ClassificationContentMarkingHeaderLocations">
    <vt:lpwstr>Virgin Media + O2 Template:6</vt:lpwstr>
  </property>
  <property fmtid="{D5CDD505-2E9C-101B-9397-08002B2CF9AE}" pid="17" name="ClassificationContentMarkingHeaderText">
    <vt:lpwstr>INTERNAL</vt:lpwstr>
  </property>
  <property fmtid="{D5CDD505-2E9C-101B-9397-08002B2CF9AE}" pid="18" name="MediaServiceImageTags">
    <vt:lpwstr/>
  </property>
</Properties>
</file>